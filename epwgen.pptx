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327" r:id="rId3"/>
    <p:sldId id="348" r:id="rId4"/>
    <p:sldId id="339" r:id="rId5"/>
    <p:sldId id="337" r:id="rId6"/>
    <p:sldId id="342" r:id="rId7"/>
    <p:sldId id="343" r:id="rId8"/>
    <p:sldId id="345" r:id="rId9"/>
    <p:sldId id="347" r:id="rId10"/>
    <p:sldId id="346" r:id="rId1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4BF3593-D518-C054-545A-5423AA885410}" name="Bianchi, Carlo" initials="BC" userId="S::cbianchi@nrel.gov::f58990c6-727e-4c43-b268-6590bd55ee1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Joelynn Schroeder"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6E6E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93"/>
    <p:restoredTop sz="80000"/>
  </p:normalViewPr>
  <p:slideViewPr>
    <p:cSldViewPr snapToGrid="0">
      <p:cViewPr varScale="1">
        <p:scale>
          <a:sx n="135" d="100"/>
          <a:sy n="135" d="100"/>
        </p:scale>
        <p:origin x="2120" y="168"/>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67FED6-1CE0-9E49-8E28-4BC1AFD39CD7}" type="datetimeFigureOut">
              <a:t>10/1/24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285793-58F2-5D45-93FF-B0076DA99FD1}" type="slidenum">
              <a:t>‹#›</a:t>
            </a:fld>
            <a:endParaRPr lang="en-US"/>
          </a:p>
        </p:txBody>
      </p:sp>
    </p:spTree>
    <p:extLst>
      <p:ext uri="{BB962C8B-B14F-4D97-AF65-F5344CB8AC3E}">
        <p14:creationId xmlns:p14="http://schemas.microsoft.com/office/powerpoint/2010/main" val="372903385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1</a:t>
            </a:fld>
            <a:endParaRPr lang="en-US"/>
          </a:p>
        </p:txBody>
      </p:sp>
    </p:spTree>
    <p:extLst>
      <p:ext uri="{BB962C8B-B14F-4D97-AF65-F5344CB8AC3E}">
        <p14:creationId xmlns:p14="http://schemas.microsoft.com/office/powerpoint/2010/main" val="3243996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2</a:t>
            </a:fld>
            <a:endParaRPr lang="en-US"/>
          </a:p>
        </p:txBody>
      </p:sp>
    </p:spTree>
    <p:extLst>
      <p:ext uri="{BB962C8B-B14F-4D97-AF65-F5344CB8AC3E}">
        <p14:creationId xmlns:p14="http://schemas.microsoft.com/office/powerpoint/2010/main" val="3957702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4</a:t>
            </a:fld>
            <a:endParaRPr lang="en-US"/>
          </a:p>
        </p:txBody>
      </p:sp>
    </p:spTree>
    <p:extLst>
      <p:ext uri="{BB962C8B-B14F-4D97-AF65-F5344CB8AC3E}">
        <p14:creationId xmlns:p14="http://schemas.microsoft.com/office/powerpoint/2010/main" val="2056445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6</a:t>
            </a:fld>
            <a:endParaRPr lang="en-US"/>
          </a:p>
        </p:txBody>
      </p:sp>
    </p:spTree>
    <p:extLst>
      <p:ext uri="{BB962C8B-B14F-4D97-AF65-F5344CB8AC3E}">
        <p14:creationId xmlns:p14="http://schemas.microsoft.com/office/powerpoint/2010/main" val="1315572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7</a:t>
            </a:fld>
            <a:endParaRPr lang="en-US"/>
          </a:p>
        </p:txBody>
      </p:sp>
    </p:spTree>
    <p:extLst>
      <p:ext uri="{BB962C8B-B14F-4D97-AF65-F5344CB8AC3E}">
        <p14:creationId xmlns:p14="http://schemas.microsoft.com/office/powerpoint/2010/main" val="1607980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8</a:t>
            </a:fld>
            <a:endParaRPr lang="en-US"/>
          </a:p>
        </p:txBody>
      </p:sp>
    </p:spTree>
    <p:extLst>
      <p:ext uri="{BB962C8B-B14F-4D97-AF65-F5344CB8AC3E}">
        <p14:creationId xmlns:p14="http://schemas.microsoft.com/office/powerpoint/2010/main" val="3194209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9</a:t>
            </a:fld>
            <a:endParaRPr lang="en-US"/>
          </a:p>
        </p:txBody>
      </p:sp>
    </p:spTree>
    <p:extLst>
      <p:ext uri="{BB962C8B-B14F-4D97-AF65-F5344CB8AC3E}">
        <p14:creationId xmlns:p14="http://schemas.microsoft.com/office/powerpoint/2010/main" val="2941235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10</a:t>
            </a:fld>
            <a:endParaRPr lang="en-US"/>
          </a:p>
        </p:txBody>
      </p:sp>
    </p:spTree>
    <p:extLst>
      <p:ext uri="{BB962C8B-B14F-4D97-AF65-F5344CB8AC3E}">
        <p14:creationId xmlns:p14="http://schemas.microsoft.com/office/powerpoint/2010/main" val="7934737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hyperlink" Target="https://thesource.nrel.gov/publishing/disclaimers.html" TargetMode="Externa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D0B5D6-19C6-C240-8A4A-D91733D837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805" t="13288" r="3423" b="57134"/>
          <a:stretch/>
        </p:blipFill>
        <p:spPr>
          <a:xfrm>
            <a:off x="2793503" y="249408"/>
            <a:ext cx="6052183" cy="2904103"/>
          </a:xfrm>
          <a:prstGeom prst="rect">
            <a:avLst/>
          </a:prstGeom>
          <a:ln>
            <a:solidFill>
              <a:schemeClr val="tx1">
                <a:lumMod val="20000"/>
                <a:lumOff val="80000"/>
              </a:schemeClr>
            </a:solidFill>
          </a:ln>
        </p:spPr>
      </p:pic>
      <p:sp>
        <p:nvSpPr>
          <p:cNvPr id="9" name="TextBox 8">
            <a:extLst>
              <a:ext uri="{FF2B5EF4-FFF2-40B4-BE49-F238E27FC236}">
                <a16:creationId xmlns:a16="http://schemas.microsoft.com/office/drawing/2014/main" id="{6A94802A-09A8-9E4E-AB4D-1EBB9F228F21}"/>
              </a:ext>
            </a:extLst>
          </p:cNvPr>
          <p:cNvSpPr txBox="1"/>
          <p:nvPr userDrawn="1"/>
        </p:nvSpPr>
        <p:spPr>
          <a:xfrm>
            <a:off x="240329" y="140544"/>
            <a:ext cx="2507077" cy="2970044"/>
          </a:xfrm>
          <a:prstGeom prst="rect">
            <a:avLst/>
          </a:prstGeom>
          <a:noFill/>
        </p:spPr>
        <p:txBody>
          <a:bodyPr wrap="square" rtlCol="0">
            <a:spAutoFit/>
          </a:bodyPr>
          <a:lstStyle/>
          <a:p>
            <a:pPr algn="l"/>
            <a:r>
              <a:rPr lang="en-US" sz="1700" b="1" i="1">
                <a:solidFill>
                  <a:srgbClr val="FF0000"/>
                </a:solidFill>
              </a:rPr>
              <a:t>PC Users:</a:t>
            </a:r>
          </a:p>
          <a:p>
            <a:pPr algn="l"/>
            <a:r>
              <a:rPr lang="en-US" sz="1700" i="1">
                <a:solidFill>
                  <a:srgbClr val="FF0000"/>
                </a:solidFill>
              </a:rPr>
              <a:t>Microsoft PowerPoint for Windows has default settings that continually compress images. To avoid loss</a:t>
            </a:r>
            <a:r>
              <a:rPr lang="en-US" sz="1700" i="1" baseline="0">
                <a:solidFill>
                  <a:srgbClr val="FF0000"/>
                </a:solidFill>
              </a:rPr>
              <a:t> of quality </a:t>
            </a:r>
            <a:r>
              <a:rPr lang="en-US" sz="1700" i="1">
                <a:solidFill>
                  <a:srgbClr val="FF0000"/>
                </a:solidFill>
              </a:rPr>
              <a:t>for photos and graphics within this presentation file,</a:t>
            </a:r>
            <a:r>
              <a:rPr lang="en-US" sz="1700" i="1" baseline="0">
                <a:solidFill>
                  <a:srgbClr val="FF0000"/>
                </a:solidFill>
              </a:rPr>
              <a:t> </a:t>
            </a:r>
            <a:r>
              <a:rPr lang="en-US" sz="1700" i="1">
                <a:solidFill>
                  <a:srgbClr val="FF0000"/>
                </a:solidFill>
              </a:rPr>
              <a:t>please follow these</a:t>
            </a:r>
            <a:r>
              <a:rPr lang="en-US" sz="1700" i="1" baseline="0">
                <a:solidFill>
                  <a:srgbClr val="FF0000"/>
                </a:solidFill>
              </a:rPr>
              <a:t> instructions </a:t>
            </a:r>
            <a:r>
              <a:rPr lang="en-US" sz="1700" i="1">
                <a:solidFill>
                  <a:srgbClr val="FF0000"/>
                </a:solidFill>
              </a:rPr>
              <a:t>to change your software settings.</a:t>
            </a:r>
            <a:endParaRPr lang="en-US" sz="1700"/>
          </a:p>
        </p:txBody>
      </p:sp>
      <p:sp>
        <p:nvSpPr>
          <p:cNvPr id="10" name="Rectangle 9">
            <a:extLst>
              <a:ext uri="{FF2B5EF4-FFF2-40B4-BE49-F238E27FC236}">
                <a16:creationId xmlns:a16="http://schemas.microsoft.com/office/drawing/2014/main" id="{CBA3EC89-8FD7-AD49-87E0-02D7F2DF5F59}"/>
              </a:ext>
            </a:extLst>
          </p:cNvPr>
          <p:cNvSpPr/>
          <p:nvPr userDrawn="1"/>
        </p:nvSpPr>
        <p:spPr>
          <a:xfrm>
            <a:off x="0" y="3339831"/>
            <a:ext cx="9144000" cy="123217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B1BB405-73FA-544A-9D06-35DD6B110F85}"/>
              </a:ext>
            </a:extLst>
          </p:cNvPr>
          <p:cNvSpPr txBox="1"/>
          <p:nvPr userDrawn="1"/>
        </p:nvSpPr>
        <p:spPr>
          <a:xfrm>
            <a:off x="1509306" y="3410717"/>
            <a:ext cx="6958187" cy="1107996"/>
          </a:xfrm>
          <a:prstGeom prst="rect">
            <a:avLst/>
          </a:prstGeom>
          <a:noFill/>
        </p:spPr>
        <p:txBody>
          <a:bodyPr wrap="square" rtlCol="0">
            <a:spAutoFit/>
          </a:bodyPr>
          <a:lstStyle/>
          <a:p>
            <a:pPr algn="l"/>
            <a:r>
              <a:rPr lang="en-US" sz="1600" b="1" i="0" u="none" strike="noStrike" kern="1200">
                <a:solidFill>
                  <a:schemeClr val="bg1"/>
                </a:solidFill>
                <a:effectLst/>
                <a:latin typeface="+mn-lt"/>
                <a:ea typeface="+mn-ea"/>
                <a:cs typeface="+mn-cs"/>
              </a:rPr>
              <a:t>Note: </a:t>
            </a:r>
            <a:r>
              <a:rPr lang="en-US" sz="1600" b="0" i="0" u="none" strike="noStrike" kern="1200">
                <a:solidFill>
                  <a:schemeClr val="bg1"/>
                </a:solidFill>
                <a:effectLst/>
                <a:latin typeface="+mn-lt"/>
                <a:ea typeface="+mn-ea"/>
                <a:cs typeface="+mn-cs"/>
              </a:rPr>
              <a:t>To view and access all available template examples and change the title slide background image, click on </a:t>
            </a:r>
            <a:r>
              <a:rPr lang="en-US" sz="1600" b="0" i="1" u="none" strike="noStrike" kern="1200">
                <a:solidFill>
                  <a:schemeClr val="bg1"/>
                </a:solidFill>
                <a:effectLst/>
                <a:latin typeface="+mn-lt"/>
                <a:ea typeface="+mn-ea"/>
                <a:cs typeface="+mn-cs"/>
              </a:rPr>
              <a:t>View &gt; Slide Master</a:t>
            </a:r>
            <a:r>
              <a:rPr lang="en-US" sz="1600" b="0" i="0" u="none" strike="noStrike" kern="1200">
                <a:solidFill>
                  <a:schemeClr val="bg1"/>
                </a:solidFill>
                <a:effectLst/>
                <a:latin typeface="+mn-lt"/>
                <a:ea typeface="+mn-ea"/>
                <a:cs typeface="+mn-cs"/>
              </a:rPr>
              <a:t>. Be sure to close out of the Master slide view when working on slide content by clicking on </a:t>
            </a:r>
            <a:r>
              <a:rPr lang="en-US" sz="1600" b="0" i="1" u="none" strike="noStrike" kern="1200">
                <a:solidFill>
                  <a:schemeClr val="bg1"/>
                </a:solidFill>
                <a:effectLst/>
                <a:latin typeface="+mn-lt"/>
                <a:ea typeface="+mn-ea"/>
                <a:cs typeface="+mn-cs"/>
              </a:rPr>
              <a:t>View &gt; Normal</a:t>
            </a:r>
            <a:r>
              <a:rPr lang="en-US" sz="1600" b="0" i="0" u="none" strike="noStrike" kern="1200">
                <a:solidFill>
                  <a:schemeClr val="bg1"/>
                </a:solidFill>
                <a:effectLst/>
                <a:latin typeface="+mn-lt"/>
                <a:ea typeface="+mn-ea"/>
                <a:cs typeface="+mn-cs"/>
              </a:rPr>
              <a:t>. Full frame photo size is </a:t>
            </a:r>
            <a:r>
              <a:rPr lang="en-US" sz="1800" b="0" i="0" u="none" strike="noStrike" kern="1200">
                <a:solidFill>
                  <a:schemeClr val="bg1"/>
                </a:solidFill>
                <a:effectLst/>
                <a:latin typeface="+mn-lt"/>
                <a:ea typeface="+mn-ea"/>
                <a:cs typeface="+mn-cs"/>
              </a:rPr>
              <a:t>10” x 5.63”</a:t>
            </a:r>
            <a:r>
              <a:rPr lang="en-US" sz="1600" b="0" i="0" u="none" strike="noStrike" kern="1200">
                <a:solidFill>
                  <a:schemeClr val="bg1"/>
                </a:solidFill>
                <a:effectLst/>
                <a:latin typeface="+mn-lt"/>
                <a:ea typeface="+mn-ea"/>
                <a:cs typeface="+mn-cs"/>
              </a:rPr>
              <a:t>or </a:t>
            </a:r>
            <a:r>
              <a:rPr lang="en-US" sz="1800" b="0" i="0" u="none" strike="noStrike" kern="1200">
                <a:solidFill>
                  <a:schemeClr val="bg1"/>
                </a:solidFill>
                <a:effectLst/>
                <a:latin typeface="+mn-lt"/>
                <a:ea typeface="+mn-ea"/>
                <a:cs typeface="+mn-cs"/>
              </a:rPr>
              <a:t>1500 pixels x 844 pixels </a:t>
            </a:r>
            <a:r>
              <a:rPr lang="en-US" sz="1600" b="0" i="0" u="none" strike="noStrike" kern="1200">
                <a:solidFill>
                  <a:schemeClr val="bg1"/>
                </a:solidFill>
                <a:effectLst/>
                <a:latin typeface="+mn-lt"/>
                <a:ea typeface="+mn-ea"/>
                <a:cs typeface="+mn-cs"/>
              </a:rPr>
              <a:t>@ 150 DPI.</a:t>
            </a:r>
            <a:endParaRPr lang="en-US" sz="1600" i="0">
              <a:solidFill>
                <a:schemeClr val="bg1"/>
              </a:solidFill>
            </a:endParaRPr>
          </a:p>
        </p:txBody>
      </p:sp>
      <p:sp>
        <p:nvSpPr>
          <p:cNvPr id="12" name="Oval 11">
            <a:extLst>
              <a:ext uri="{FF2B5EF4-FFF2-40B4-BE49-F238E27FC236}">
                <a16:creationId xmlns:a16="http://schemas.microsoft.com/office/drawing/2014/main" id="{3056F585-18BE-674F-A94A-18D71683402A}"/>
              </a:ext>
            </a:extLst>
          </p:cNvPr>
          <p:cNvSpPr/>
          <p:nvPr userDrawn="1"/>
        </p:nvSpPr>
        <p:spPr>
          <a:xfrm>
            <a:off x="391886" y="3535136"/>
            <a:ext cx="840921" cy="840921"/>
          </a:xfrm>
          <a:prstGeom prst="ellipse">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3AEB9E5-6B41-3742-B632-83E2CC8D1741}"/>
              </a:ext>
            </a:extLst>
          </p:cNvPr>
          <p:cNvSpPr txBox="1"/>
          <p:nvPr userDrawn="1"/>
        </p:nvSpPr>
        <p:spPr>
          <a:xfrm>
            <a:off x="495980" y="3302040"/>
            <a:ext cx="600076" cy="1323439"/>
          </a:xfrm>
          <a:prstGeom prst="rect">
            <a:avLst/>
          </a:prstGeom>
          <a:noFill/>
        </p:spPr>
        <p:txBody>
          <a:bodyPr wrap="square" rtlCol="0">
            <a:spAutoFit/>
          </a:bodyPr>
          <a:lstStyle/>
          <a:p>
            <a:pPr algn="ctr"/>
            <a:r>
              <a:rPr lang="en-US" sz="8000" b="1"/>
              <a:t>!</a:t>
            </a:r>
          </a:p>
        </p:txBody>
      </p:sp>
    </p:spTree>
    <p:extLst>
      <p:ext uri="{BB962C8B-B14F-4D97-AF65-F5344CB8AC3E}">
        <p14:creationId xmlns:p14="http://schemas.microsoft.com/office/powerpoint/2010/main" val="161363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736975" y="1252017"/>
            <a:ext cx="4322144" cy="1348326"/>
          </a:xfrm>
        </p:spPr>
        <p:txBody>
          <a:bodyPr anchor="b" anchorCtr="0">
            <a:noAutofit/>
          </a:bodyPr>
          <a:lstStyle>
            <a:lvl1pPr marL="0" indent="0">
              <a:buNone/>
              <a:defRPr sz="3000"/>
            </a:lvl1pPr>
          </a:lstStyle>
          <a:p>
            <a:pPr lvl="0"/>
            <a:r>
              <a:rPr lang="en-US"/>
              <a:t>Title</a:t>
            </a:r>
          </a:p>
        </p:txBody>
      </p:sp>
      <p:cxnSp>
        <p:nvCxnSpPr>
          <p:cNvPr id="10" name="Straight Connector 9"/>
          <p:cNvCxnSpPr/>
          <p:nvPr userDrawn="1"/>
        </p:nvCxnSpPr>
        <p:spPr>
          <a:xfrm>
            <a:off x="3839856" y="2780783"/>
            <a:ext cx="4219263"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3736975" y="2961483"/>
            <a:ext cx="4322763" cy="1101551"/>
          </a:xfrm>
        </p:spPr>
        <p:txBody>
          <a:bodyPr>
            <a:noAutofit/>
          </a:bodyPr>
          <a:lstStyle>
            <a:lvl1pPr marL="0" indent="0">
              <a:spcBef>
                <a:spcPts val="400"/>
              </a:spcBef>
              <a:buNone/>
              <a:defRPr sz="1800" baseline="0"/>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a:t>
            </a:r>
          </a:p>
          <a:p>
            <a:pPr lvl="0"/>
            <a:r>
              <a:rPr lang="en-US"/>
              <a:t>Venue or Organization</a:t>
            </a:r>
          </a:p>
          <a:p>
            <a:pPr lvl="0"/>
            <a:r>
              <a:rPr lang="en-US"/>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454" y="0"/>
            <a:ext cx="2331892" cy="1092307"/>
          </a:xfrm>
          <a:prstGeom prst="rect">
            <a:avLst/>
          </a:prstGeom>
        </p:spPr>
      </p:pic>
    </p:spTree>
    <p:extLst>
      <p:ext uri="{BB962C8B-B14F-4D97-AF65-F5344CB8AC3E}">
        <p14:creationId xmlns:p14="http://schemas.microsoft.com/office/powerpoint/2010/main" val="4290127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Full Photo">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6949" cy="5143500"/>
          </a:xfrm>
          <a:prstGeom prst="rect">
            <a:avLst/>
          </a:prstGeom>
        </p:spPr>
      </p:pic>
      <p:sp>
        <p:nvSpPr>
          <p:cNvPr id="8" name="Text Placeholder 7"/>
          <p:cNvSpPr>
            <a:spLocks noGrp="1"/>
          </p:cNvSpPr>
          <p:nvPr>
            <p:ph type="body" sz="quarter" idx="10" hasCustomPrompt="1"/>
          </p:nvPr>
        </p:nvSpPr>
        <p:spPr>
          <a:xfrm>
            <a:off x="3736975" y="1504827"/>
            <a:ext cx="5393498" cy="1095516"/>
          </a:xfrm>
          <a:solidFill>
            <a:schemeClr val="accent1">
              <a:alpha val="75000"/>
            </a:schemeClr>
          </a:solidFill>
        </p:spPr>
        <p:txBody>
          <a:bodyPr lIns="182880" tIns="137160" rIns="182880" bIns="137160" anchor="ctr" anchorCtr="0">
            <a:noAutofit/>
          </a:bodyPr>
          <a:lstStyle>
            <a:lvl1pPr marL="0" indent="0">
              <a:lnSpc>
                <a:spcPts val="2800"/>
              </a:lnSpc>
              <a:buNone/>
              <a:defRPr sz="3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3736975" y="2744787"/>
            <a:ext cx="4322763" cy="1101551"/>
          </a:xfrm>
          <a:solidFill>
            <a:schemeClr val="accent1">
              <a:alpha val="75000"/>
            </a:schemeClr>
          </a:solidFill>
        </p:spPr>
        <p:txBody>
          <a:bodyPr lIns="182880" tIns="137160" rIns="182880" bIns="137160" anchor="ctr" anchorCtr="0">
            <a:noAutofit/>
          </a:bodyPr>
          <a:lstStyle>
            <a:lvl1pPr marL="0" indent="0">
              <a:lnSpc>
                <a:spcPts val="1760"/>
              </a:lnSpc>
              <a:spcBef>
                <a:spcPts val="400"/>
              </a:spcBef>
              <a:buNone/>
              <a:defRPr sz="18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a:t>
            </a:r>
          </a:p>
          <a:p>
            <a:pPr lvl="0"/>
            <a:r>
              <a:rPr lang="en-US"/>
              <a:t>Venue or Organization</a:t>
            </a:r>
          </a:p>
          <a:p>
            <a:pPr lvl="0"/>
            <a:r>
              <a:rPr lang="en-US"/>
              <a:t>Date</a:t>
            </a:r>
          </a:p>
        </p:txBody>
      </p:sp>
      <p:pic>
        <p:nvPicPr>
          <p:cNvPr id="7" name="Graphic 6">
            <a:extLst>
              <a:ext uri="{FF2B5EF4-FFF2-40B4-BE49-F238E27FC236}">
                <a16:creationId xmlns:a16="http://schemas.microsoft.com/office/drawing/2014/main" id="{465B8CD2-BF47-094F-B614-5CEAE71B3F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7454" y="0"/>
            <a:ext cx="2331892" cy="1092307"/>
          </a:xfrm>
          <a:prstGeom prst="rect">
            <a:avLst/>
          </a:prstGeom>
        </p:spPr>
      </p:pic>
    </p:spTree>
    <p:extLst>
      <p:ext uri="{BB962C8B-B14F-4D97-AF65-F5344CB8AC3E}">
        <p14:creationId xmlns:p14="http://schemas.microsoft.com/office/powerpoint/2010/main" val="1393331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Full Photo">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474" y="0"/>
            <a:ext cx="9144000" cy="5143500"/>
          </a:xfrm>
          <a:prstGeom prst="rect">
            <a:avLst/>
          </a:prstGeom>
        </p:spPr>
      </p:pic>
      <p:sp>
        <p:nvSpPr>
          <p:cNvPr id="8" name="Text Placeholder 7"/>
          <p:cNvSpPr>
            <a:spLocks noGrp="1"/>
          </p:cNvSpPr>
          <p:nvPr>
            <p:ph type="body" sz="quarter" idx="10" hasCustomPrompt="1"/>
          </p:nvPr>
        </p:nvSpPr>
        <p:spPr>
          <a:xfrm>
            <a:off x="3736975" y="1504827"/>
            <a:ext cx="5393498" cy="1095516"/>
          </a:xfrm>
          <a:solidFill>
            <a:schemeClr val="accent1">
              <a:alpha val="75000"/>
            </a:schemeClr>
          </a:solidFill>
        </p:spPr>
        <p:txBody>
          <a:bodyPr lIns="182880" tIns="137160" rIns="182880" bIns="137160" anchor="ctr" anchorCtr="0">
            <a:noAutofit/>
          </a:bodyPr>
          <a:lstStyle>
            <a:lvl1pPr marL="0" indent="0">
              <a:lnSpc>
                <a:spcPts val="2800"/>
              </a:lnSpc>
              <a:buNone/>
              <a:defRPr sz="3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3736975" y="2744787"/>
            <a:ext cx="4322763" cy="1101551"/>
          </a:xfrm>
          <a:solidFill>
            <a:schemeClr val="accent1">
              <a:alpha val="75000"/>
            </a:schemeClr>
          </a:solidFill>
        </p:spPr>
        <p:txBody>
          <a:bodyPr lIns="182880" tIns="137160" rIns="182880" bIns="137160" anchor="ctr" anchorCtr="0">
            <a:noAutofit/>
          </a:bodyPr>
          <a:lstStyle>
            <a:lvl1pPr marL="0" indent="0">
              <a:lnSpc>
                <a:spcPts val="1760"/>
              </a:lnSpc>
              <a:spcBef>
                <a:spcPts val="400"/>
              </a:spcBef>
              <a:buNone/>
              <a:defRPr sz="18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a:t>
            </a:r>
          </a:p>
          <a:p>
            <a:pPr lvl="0"/>
            <a:r>
              <a:rPr lang="en-US"/>
              <a:t>Venue or Organization</a:t>
            </a:r>
          </a:p>
          <a:p>
            <a:pPr lvl="0"/>
            <a:r>
              <a:rPr lang="en-US"/>
              <a:t>Date</a:t>
            </a:r>
          </a:p>
        </p:txBody>
      </p:sp>
      <p:pic>
        <p:nvPicPr>
          <p:cNvPr id="7" name="Graphic 6">
            <a:extLst>
              <a:ext uri="{FF2B5EF4-FFF2-40B4-BE49-F238E27FC236}">
                <a16:creationId xmlns:a16="http://schemas.microsoft.com/office/drawing/2014/main" id="{821FBE40-03AF-2040-B470-29B21F4E356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7454" y="0"/>
            <a:ext cx="2331892" cy="1092307"/>
          </a:xfrm>
          <a:prstGeom prst="rect">
            <a:avLst/>
          </a:prstGeom>
        </p:spPr>
      </p:pic>
    </p:spTree>
    <p:extLst>
      <p:ext uri="{BB962C8B-B14F-4D97-AF65-F5344CB8AC3E}">
        <p14:creationId xmlns:p14="http://schemas.microsoft.com/office/powerpoint/2010/main" val="3837251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 Blue Background">
    <p:spTree>
      <p:nvGrpSpPr>
        <p:cNvPr id="1" name=""/>
        <p:cNvGrpSpPr/>
        <p:nvPr/>
      </p:nvGrpSpPr>
      <p:grpSpPr>
        <a:xfrm>
          <a:off x="0" y="0"/>
          <a:ext cx="0" cy="0"/>
          <a:chOff x="0" y="0"/>
          <a:chExt cx="0" cy="0"/>
        </a:xfrm>
      </p:grpSpPr>
      <p:pic>
        <p:nvPicPr>
          <p:cNvPr id="6" name="Picture 5" descr="iStock-505476426_FlareFree.jpg">
            <a:extLst>
              <a:ext uri="{FF2B5EF4-FFF2-40B4-BE49-F238E27FC236}">
                <a16:creationId xmlns:a16="http://schemas.microsoft.com/office/drawing/2014/main" id="{312AD4B6-5589-B742-BDDC-8DE22CCB22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44000" cy="5151120"/>
          </a:xfrm>
          <a:prstGeom prst="rect">
            <a:avLst/>
          </a:prstGeom>
        </p:spPr>
      </p:pic>
      <p:sp>
        <p:nvSpPr>
          <p:cNvPr id="8" name="Text Placeholder 7"/>
          <p:cNvSpPr>
            <a:spLocks noGrp="1"/>
          </p:cNvSpPr>
          <p:nvPr>
            <p:ph type="body" sz="quarter" idx="10" hasCustomPrompt="1"/>
          </p:nvPr>
        </p:nvSpPr>
        <p:spPr>
          <a:xfrm>
            <a:off x="3736975" y="1504827"/>
            <a:ext cx="5393498" cy="1095516"/>
          </a:xfrm>
          <a:solidFill>
            <a:schemeClr val="accent1">
              <a:alpha val="75000"/>
            </a:schemeClr>
          </a:solidFill>
        </p:spPr>
        <p:txBody>
          <a:bodyPr lIns="182880" tIns="137160" rIns="182880" bIns="137160" anchor="ctr" anchorCtr="0">
            <a:noAutofit/>
          </a:bodyPr>
          <a:lstStyle>
            <a:lvl1pPr marL="0" indent="0">
              <a:lnSpc>
                <a:spcPts val="2800"/>
              </a:lnSpc>
              <a:buNone/>
              <a:defRPr sz="3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3736975" y="2744787"/>
            <a:ext cx="4322763" cy="1101551"/>
          </a:xfrm>
          <a:solidFill>
            <a:schemeClr val="accent1">
              <a:alpha val="75000"/>
            </a:schemeClr>
          </a:solidFill>
        </p:spPr>
        <p:txBody>
          <a:bodyPr lIns="182880" tIns="137160" rIns="182880" bIns="137160" anchor="ctr" anchorCtr="0">
            <a:noAutofit/>
          </a:bodyPr>
          <a:lstStyle>
            <a:lvl1pPr marL="0" indent="0">
              <a:lnSpc>
                <a:spcPts val="1760"/>
              </a:lnSpc>
              <a:spcBef>
                <a:spcPts val="400"/>
              </a:spcBef>
              <a:buNone/>
              <a:defRPr sz="18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a:t>
            </a:r>
          </a:p>
          <a:p>
            <a:pPr lvl="0"/>
            <a:r>
              <a:rPr lang="en-US"/>
              <a:t>Venue or Organization</a:t>
            </a:r>
          </a:p>
          <a:p>
            <a:pPr lvl="0"/>
            <a:r>
              <a:rPr lang="en-US"/>
              <a:t>Date</a:t>
            </a:r>
          </a:p>
        </p:txBody>
      </p:sp>
      <p:pic>
        <p:nvPicPr>
          <p:cNvPr id="7" name="Graphic 6">
            <a:extLst>
              <a:ext uri="{FF2B5EF4-FFF2-40B4-BE49-F238E27FC236}">
                <a16:creationId xmlns:a16="http://schemas.microsoft.com/office/drawing/2014/main" id="{67876295-9728-A943-A66A-D4797EDDAE2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7454" y="0"/>
            <a:ext cx="2331892" cy="1092307"/>
          </a:xfrm>
          <a:prstGeom prst="rect">
            <a:avLst/>
          </a:prstGeom>
        </p:spPr>
      </p:pic>
    </p:spTree>
    <p:extLst>
      <p:ext uri="{BB962C8B-B14F-4D97-AF65-F5344CB8AC3E}">
        <p14:creationId xmlns:p14="http://schemas.microsoft.com/office/powerpoint/2010/main" val="1291168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457200" y="1371600"/>
            <a:ext cx="8120063" cy="3375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Tree>
    <p:extLst>
      <p:ext uri="{BB962C8B-B14F-4D97-AF65-F5344CB8AC3E}">
        <p14:creationId xmlns:p14="http://schemas.microsoft.com/office/powerpoint/2010/main" val="73746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199" y="0"/>
            <a:ext cx="5936343" cy="907143"/>
          </a:xfrm>
        </p:spPr>
        <p:txBody>
          <a:bodyPr/>
          <a:lstStyle/>
          <a:p>
            <a:r>
              <a:rPr lang="en-US"/>
              <a:t>Simple Slide</a:t>
            </a:r>
          </a:p>
        </p:txBody>
      </p:sp>
      <p:sp>
        <p:nvSpPr>
          <p:cNvPr id="9" name="Text Placeholder 8"/>
          <p:cNvSpPr>
            <a:spLocks noGrp="1"/>
          </p:cNvSpPr>
          <p:nvPr>
            <p:ph type="body" sz="quarter" idx="10"/>
          </p:nvPr>
        </p:nvSpPr>
        <p:spPr>
          <a:xfrm>
            <a:off x="457200" y="1124857"/>
            <a:ext cx="8120063" cy="3621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Tree>
    <p:extLst>
      <p:ext uri="{BB962C8B-B14F-4D97-AF65-F5344CB8AC3E}">
        <p14:creationId xmlns:p14="http://schemas.microsoft.com/office/powerpoint/2010/main" val="2825405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457199" y="1"/>
            <a:ext cx="8236857" cy="776514"/>
          </a:xfrm>
        </p:spPr>
        <p:txBody>
          <a:bodyPr/>
          <a:lstStyle/>
          <a:p>
            <a:r>
              <a:rPr lang="en-US"/>
              <a:t>Simple Slide</a:t>
            </a:r>
          </a:p>
        </p:txBody>
      </p:sp>
      <p:sp>
        <p:nvSpPr>
          <p:cNvPr id="5" name="TextBox 4"/>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Tree>
    <p:extLst>
      <p:ext uri="{BB962C8B-B14F-4D97-AF65-F5344CB8AC3E}">
        <p14:creationId xmlns:p14="http://schemas.microsoft.com/office/powerpoint/2010/main" val="1485009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199" y="0"/>
            <a:ext cx="5936343" cy="907143"/>
          </a:xfrm>
        </p:spPr>
        <p:txBody>
          <a:bodyPr/>
          <a:lstStyle/>
          <a:p>
            <a:r>
              <a:rPr lang="en-US"/>
              <a:t>Simple Slide + Image</a:t>
            </a:r>
          </a:p>
        </p:txBody>
      </p:sp>
      <p:sp>
        <p:nvSpPr>
          <p:cNvPr id="9" name="Text Placeholder 8"/>
          <p:cNvSpPr>
            <a:spLocks noGrp="1"/>
          </p:cNvSpPr>
          <p:nvPr>
            <p:ph type="body" sz="quarter" idx="10" hasCustomPrompt="1"/>
          </p:nvPr>
        </p:nvSpPr>
        <p:spPr>
          <a:xfrm>
            <a:off x="457200" y="1124857"/>
            <a:ext cx="5143499" cy="3621769"/>
          </a:xfrm>
        </p:spPr>
        <p:txBody>
          <a:bodyPr/>
          <a:lstStyle>
            <a:lvl1pPr marL="0" indent="0">
              <a:buNone/>
              <a:defRPr b="1"/>
            </a:lvl1pPr>
            <a:lvl2pPr>
              <a:defRPr sz="2000"/>
            </a:lvl2pPr>
          </a:lstStyle>
          <a:p>
            <a:pPr lvl="0"/>
            <a:r>
              <a:rPr lang="en-US"/>
              <a:t>Header text</a:t>
            </a:r>
          </a:p>
          <a:p>
            <a:pPr lvl="1"/>
            <a:r>
              <a:rPr lang="en-US"/>
              <a:t>Bullet point 1</a:t>
            </a:r>
          </a:p>
          <a:p>
            <a:pPr lvl="1"/>
            <a:r>
              <a:rPr lang="en-US"/>
              <a:t>Bullet point 2</a:t>
            </a:r>
          </a:p>
          <a:p>
            <a:pPr lvl="1"/>
            <a:r>
              <a:rPr lang="en-US"/>
              <a:t>Bullet point 3</a:t>
            </a:r>
            <a:br>
              <a:rPr lang="en-US"/>
            </a:br>
            <a:endParaRPr lang="en-US"/>
          </a:p>
          <a:p>
            <a:pPr lvl="0"/>
            <a:r>
              <a:rPr lang="en-US"/>
              <a:t>Header text</a:t>
            </a:r>
          </a:p>
          <a:p>
            <a:pPr lvl="1"/>
            <a:r>
              <a:rPr lang="en-US"/>
              <a:t>Bullet point 1</a:t>
            </a:r>
          </a:p>
          <a:p>
            <a:pPr lvl="1"/>
            <a:r>
              <a:rPr lang="en-US"/>
              <a:t>Bullet point 2</a:t>
            </a:r>
          </a:p>
          <a:p>
            <a:pPr lvl="1"/>
            <a:r>
              <a:rPr lang="en-US"/>
              <a:t>Bullet point 3</a:t>
            </a:r>
          </a:p>
        </p:txBody>
      </p:sp>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5" name="Picture Placeholder 4">
            <a:extLst>
              <a:ext uri="{FF2B5EF4-FFF2-40B4-BE49-F238E27FC236}">
                <a16:creationId xmlns:a16="http://schemas.microsoft.com/office/drawing/2014/main" id="{610250B1-824A-CC4A-9A13-92F03EBFAA8F}"/>
              </a:ext>
            </a:extLst>
          </p:cNvPr>
          <p:cNvSpPr>
            <a:spLocks noGrp="1"/>
          </p:cNvSpPr>
          <p:nvPr>
            <p:ph type="pic" sz="quarter" idx="11" hasCustomPrompt="1"/>
          </p:nvPr>
        </p:nvSpPr>
        <p:spPr>
          <a:xfrm>
            <a:off x="5952392" y="1125538"/>
            <a:ext cx="2734407" cy="3621088"/>
          </a:xfrm>
          <a:solidFill>
            <a:schemeClr val="bg1">
              <a:lumMod val="85000"/>
            </a:schemeClr>
          </a:solidFill>
        </p:spPr>
        <p:txBody>
          <a:bodyPr>
            <a:normAutofit/>
          </a:bodyPr>
          <a:lstStyle>
            <a:lvl1pPr marL="0" indent="0">
              <a:buNone/>
              <a:defRPr sz="1600"/>
            </a:lvl1pPr>
          </a:lstStyle>
          <a:p>
            <a:r>
              <a:rPr lang="en-US"/>
              <a:t>Insert image here</a:t>
            </a:r>
          </a:p>
        </p:txBody>
      </p:sp>
    </p:spTree>
    <p:extLst>
      <p:ext uri="{BB962C8B-B14F-4D97-AF65-F5344CB8AC3E}">
        <p14:creationId xmlns:p14="http://schemas.microsoft.com/office/powerpoint/2010/main" val="357078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Simple Slide - Text 2">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457201" y="395095"/>
            <a:ext cx="4114800" cy="2176655"/>
          </a:xfrm>
        </p:spPr>
        <p:txBody>
          <a:bodyPr>
            <a:normAutofit/>
          </a:bodyPr>
          <a:lstStyle>
            <a:lvl1pPr marL="0" indent="0">
              <a:buNone/>
              <a:defRPr sz="2000" b="0"/>
            </a:lvl1pPr>
            <a:lvl2pPr marL="457200" indent="0">
              <a:buNone/>
              <a:defRPr/>
            </a:lvl2pPr>
          </a:lstStyle>
          <a:p>
            <a:pPr lvl="0"/>
            <a:r>
              <a:rPr lang="en-US"/>
              <a:t>Summary or description text about the slide, images, charts, data go here.</a:t>
            </a:r>
          </a:p>
        </p:txBody>
      </p:sp>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5" name="Picture Placeholder 4">
            <a:extLst>
              <a:ext uri="{FF2B5EF4-FFF2-40B4-BE49-F238E27FC236}">
                <a16:creationId xmlns:a16="http://schemas.microsoft.com/office/drawing/2014/main" id="{610250B1-824A-CC4A-9A13-92F03EBFAA8F}"/>
              </a:ext>
            </a:extLst>
          </p:cNvPr>
          <p:cNvSpPr>
            <a:spLocks noGrp="1"/>
          </p:cNvSpPr>
          <p:nvPr>
            <p:ph type="pic" sz="quarter" idx="11" hasCustomPrompt="1"/>
          </p:nvPr>
        </p:nvSpPr>
        <p:spPr>
          <a:xfrm>
            <a:off x="457200" y="2795954"/>
            <a:ext cx="2651760" cy="1950672"/>
          </a:xfrm>
          <a:solidFill>
            <a:schemeClr val="bg1">
              <a:lumMod val="85000"/>
            </a:schemeClr>
          </a:solidFill>
        </p:spPr>
        <p:txBody>
          <a:bodyPr>
            <a:normAutofit/>
          </a:bodyPr>
          <a:lstStyle>
            <a:lvl1pPr marL="0" indent="0">
              <a:buNone/>
              <a:defRPr sz="1600"/>
            </a:lvl1pPr>
          </a:lstStyle>
          <a:p>
            <a:r>
              <a:rPr lang="en-US"/>
              <a:t>Insert image here</a:t>
            </a:r>
          </a:p>
        </p:txBody>
      </p:sp>
      <p:sp>
        <p:nvSpPr>
          <p:cNvPr id="6" name="Picture Placeholder 4">
            <a:extLst>
              <a:ext uri="{FF2B5EF4-FFF2-40B4-BE49-F238E27FC236}">
                <a16:creationId xmlns:a16="http://schemas.microsoft.com/office/drawing/2014/main" id="{4F619479-75AC-A745-A352-0D743D62E3EA}"/>
              </a:ext>
            </a:extLst>
          </p:cNvPr>
          <p:cNvSpPr>
            <a:spLocks noGrp="1"/>
          </p:cNvSpPr>
          <p:nvPr>
            <p:ph type="pic" sz="quarter" idx="12" hasCustomPrompt="1"/>
          </p:nvPr>
        </p:nvSpPr>
        <p:spPr>
          <a:xfrm>
            <a:off x="3246120" y="2795954"/>
            <a:ext cx="2651760" cy="1950672"/>
          </a:xfrm>
          <a:solidFill>
            <a:schemeClr val="bg1">
              <a:lumMod val="85000"/>
            </a:schemeClr>
          </a:solidFill>
        </p:spPr>
        <p:txBody>
          <a:bodyPr>
            <a:normAutofit/>
          </a:bodyPr>
          <a:lstStyle>
            <a:lvl1pPr marL="0" indent="0">
              <a:buNone/>
              <a:defRPr sz="1600"/>
            </a:lvl1pPr>
          </a:lstStyle>
          <a:p>
            <a:r>
              <a:rPr lang="en-US"/>
              <a:t>Insert image here</a:t>
            </a:r>
          </a:p>
        </p:txBody>
      </p:sp>
      <p:sp>
        <p:nvSpPr>
          <p:cNvPr id="7" name="Picture Placeholder 4">
            <a:extLst>
              <a:ext uri="{FF2B5EF4-FFF2-40B4-BE49-F238E27FC236}">
                <a16:creationId xmlns:a16="http://schemas.microsoft.com/office/drawing/2014/main" id="{FEC72F80-AAAF-2747-9B70-3072CB21FAAD}"/>
              </a:ext>
            </a:extLst>
          </p:cNvPr>
          <p:cNvSpPr>
            <a:spLocks noGrp="1"/>
          </p:cNvSpPr>
          <p:nvPr>
            <p:ph type="pic" sz="quarter" idx="13" hasCustomPrompt="1"/>
          </p:nvPr>
        </p:nvSpPr>
        <p:spPr>
          <a:xfrm>
            <a:off x="6035040" y="2795954"/>
            <a:ext cx="2651760" cy="1950672"/>
          </a:xfrm>
          <a:solidFill>
            <a:schemeClr val="bg1">
              <a:lumMod val="85000"/>
            </a:schemeClr>
          </a:solidFill>
        </p:spPr>
        <p:txBody>
          <a:bodyPr>
            <a:normAutofit/>
          </a:bodyPr>
          <a:lstStyle>
            <a:lvl1pPr marL="0" indent="0">
              <a:buNone/>
              <a:defRPr sz="1600"/>
            </a:lvl1pPr>
          </a:lstStyle>
          <a:p>
            <a:r>
              <a:rPr lang="en-US"/>
              <a:t>Insert image here</a:t>
            </a:r>
          </a:p>
        </p:txBody>
      </p:sp>
      <p:sp>
        <p:nvSpPr>
          <p:cNvPr id="8" name="Chart Placeholder 6">
            <a:extLst>
              <a:ext uri="{FF2B5EF4-FFF2-40B4-BE49-F238E27FC236}">
                <a16:creationId xmlns:a16="http://schemas.microsoft.com/office/drawing/2014/main" id="{EEADAD7D-0DCA-B946-BD57-8AFA7A8BDDF7}"/>
              </a:ext>
            </a:extLst>
          </p:cNvPr>
          <p:cNvSpPr>
            <a:spLocks noGrp="1"/>
          </p:cNvSpPr>
          <p:nvPr>
            <p:ph type="chart" sz="quarter" idx="14" hasCustomPrompt="1"/>
          </p:nvPr>
        </p:nvSpPr>
        <p:spPr>
          <a:xfrm>
            <a:off x="4765432" y="395095"/>
            <a:ext cx="3921368" cy="2176655"/>
          </a:xfrm>
          <a:prstGeom prst="rect">
            <a:avLst/>
          </a:prstGeom>
          <a:solidFill>
            <a:schemeClr val="bg1">
              <a:lumMod val="95000"/>
            </a:schemeClr>
          </a:solidFill>
        </p:spPr>
        <p:txBody>
          <a:bodyPr vert="horz"/>
          <a:lstStyle>
            <a:lvl1pPr marL="0" indent="0">
              <a:buNone/>
              <a:defRPr sz="1200"/>
            </a:lvl1pPr>
          </a:lstStyle>
          <a:p>
            <a:r>
              <a:rPr lang="en-US"/>
              <a:t>Insert Chart</a:t>
            </a:r>
          </a:p>
        </p:txBody>
      </p:sp>
    </p:spTree>
    <p:extLst>
      <p:ext uri="{BB962C8B-B14F-4D97-AF65-F5344CB8AC3E}">
        <p14:creationId xmlns:p14="http://schemas.microsoft.com/office/powerpoint/2010/main" val="3045453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457200" y="2148571"/>
            <a:ext cx="8120063" cy="536572"/>
          </a:xfrm>
        </p:spPr>
        <p:txBody>
          <a:bodyPr/>
          <a:lstStyle>
            <a:lvl1pPr marL="0" indent="0" algn="ctr">
              <a:buNone/>
              <a:defRPr baseline="0"/>
            </a:lvl1pPr>
          </a:lstStyle>
          <a:p>
            <a:pPr lvl="0"/>
            <a:r>
              <a:rPr lang="en-US"/>
              <a:t>Blank Slide for Any Content</a:t>
            </a:r>
          </a:p>
        </p:txBody>
      </p:sp>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Tree>
    <p:extLst>
      <p:ext uri="{BB962C8B-B14F-4D97-AF65-F5344CB8AC3E}">
        <p14:creationId xmlns:p14="http://schemas.microsoft.com/office/powerpoint/2010/main" val="2278570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1578186" y="1387198"/>
            <a:ext cx="4678751"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a:cxnSpLocks/>
          </p:cNvCxnSpPr>
          <p:nvPr userDrawn="1"/>
        </p:nvCxnSpPr>
        <p:spPr>
          <a:xfrm>
            <a:off x="1578184" y="1792473"/>
            <a:ext cx="4678751" cy="0"/>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578186" y="1891806"/>
            <a:ext cx="4678751" cy="37393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a:cxnSpLocks/>
          </p:cNvCxnSpPr>
          <p:nvPr userDrawn="1"/>
        </p:nvCxnSpPr>
        <p:spPr>
          <a:xfrm>
            <a:off x="1578185" y="2269318"/>
            <a:ext cx="4678751" cy="6124"/>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578186" y="2376964"/>
            <a:ext cx="4678751" cy="356393"/>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a:cxnSpLocks/>
          </p:cNvCxnSpPr>
          <p:nvPr userDrawn="1"/>
        </p:nvCxnSpPr>
        <p:spPr>
          <a:xfrm>
            <a:off x="1578186" y="2740661"/>
            <a:ext cx="4678751" cy="0"/>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578186" y="2848392"/>
            <a:ext cx="4678751" cy="377827"/>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a:cxnSpLocks/>
          </p:cNvCxnSpPr>
          <p:nvPr userDrawn="1"/>
        </p:nvCxnSpPr>
        <p:spPr>
          <a:xfrm>
            <a:off x="1578186" y="3232707"/>
            <a:ext cx="4678751" cy="817"/>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578183" y="3311188"/>
            <a:ext cx="4678751" cy="393024"/>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a:cxnSpLocks/>
          </p:cNvCxnSpPr>
          <p:nvPr userDrawn="1"/>
        </p:nvCxnSpPr>
        <p:spPr>
          <a:xfrm>
            <a:off x="1578186" y="3711517"/>
            <a:ext cx="4678751" cy="6487"/>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578186" y="3796989"/>
            <a:ext cx="4678751" cy="406574"/>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a:cxnSpLocks/>
          </p:cNvCxnSpPr>
          <p:nvPr userDrawn="1"/>
        </p:nvCxnSpPr>
        <p:spPr>
          <a:xfrm>
            <a:off x="1578186" y="4210867"/>
            <a:ext cx="4678751" cy="0"/>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87198"/>
            <a:ext cx="986838" cy="393085"/>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12:00</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84522"/>
            <a:ext cx="986838" cy="37393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12:15</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6696"/>
            <a:ext cx="986838" cy="38993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12:50</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986838"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1:00</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03402"/>
            <a:ext cx="986838" cy="40634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1:20</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796989"/>
            <a:ext cx="986838" cy="39932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2:00</a:t>
            </a:r>
          </a:p>
        </p:txBody>
      </p:sp>
    </p:spTree>
    <p:extLst>
      <p:ext uri="{BB962C8B-B14F-4D97-AF65-F5344CB8AC3E}">
        <p14:creationId xmlns:p14="http://schemas.microsoft.com/office/powerpoint/2010/main" val="1498859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90711"/>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68884"/>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7056"/>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2017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80674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3" y="4284913"/>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7</a:t>
            </a:r>
          </a:p>
        </p:txBody>
      </p:sp>
    </p:spTree>
    <p:extLst>
      <p:ext uri="{BB962C8B-B14F-4D97-AF65-F5344CB8AC3E}">
        <p14:creationId xmlns:p14="http://schemas.microsoft.com/office/powerpoint/2010/main" val="3142765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9071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68884"/>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7056"/>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2017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80674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3" y="4284913"/>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7</a:t>
            </a:r>
          </a:p>
        </p:txBody>
      </p:sp>
    </p:spTree>
    <p:extLst>
      <p:ext uri="{BB962C8B-B14F-4D97-AF65-F5344CB8AC3E}">
        <p14:creationId xmlns:p14="http://schemas.microsoft.com/office/powerpoint/2010/main" val="7252041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9071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68884"/>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7056"/>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2017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80674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3" y="4284913"/>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7</a:t>
            </a:r>
          </a:p>
        </p:txBody>
      </p:sp>
    </p:spTree>
    <p:extLst>
      <p:ext uri="{BB962C8B-B14F-4D97-AF65-F5344CB8AC3E}">
        <p14:creationId xmlns:p14="http://schemas.microsoft.com/office/powerpoint/2010/main" val="4265721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9071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68884"/>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7056"/>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2017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80674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3" y="4284913"/>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7</a:t>
            </a:r>
          </a:p>
        </p:txBody>
      </p:sp>
    </p:spTree>
    <p:extLst>
      <p:ext uri="{BB962C8B-B14F-4D97-AF65-F5344CB8AC3E}">
        <p14:creationId xmlns:p14="http://schemas.microsoft.com/office/powerpoint/2010/main" val="11458664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9071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68884"/>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7056"/>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20179"/>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80674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3" y="4284913"/>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7</a:t>
            </a:r>
          </a:p>
        </p:txBody>
      </p:sp>
    </p:spTree>
    <p:extLst>
      <p:ext uri="{BB962C8B-B14F-4D97-AF65-F5344CB8AC3E}">
        <p14:creationId xmlns:p14="http://schemas.microsoft.com/office/powerpoint/2010/main" val="42234427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9071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68884"/>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7056"/>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2017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806741"/>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3" y="4284913"/>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7</a:t>
            </a:r>
          </a:p>
        </p:txBody>
      </p:sp>
    </p:spTree>
    <p:extLst>
      <p:ext uri="{BB962C8B-B14F-4D97-AF65-F5344CB8AC3E}">
        <p14:creationId xmlns:p14="http://schemas.microsoft.com/office/powerpoint/2010/main" val="1567617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9071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68884"/>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7056"/>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2017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80674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3" y="4284913"/>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a:t>7</a:t>
            </a:r>
          </a:p>
        </p:txBody>
      </p:sp>
    </p:spTree>
    <p:extLst>
      <p:ext uri="{BB962C8B-B14F-4D97-AF65-F5344CB8AC3E}">
        <p14:creationId xmlns:p14="http://schemas.microsoft.com/office/powerpoint/2010/main" val="470116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67454" y="1252017"/>
            <a:ext cx="3952146" cy="1348326"/>
          </a:xfrm>
        </p:spPr>
        <p:txBody>
          <a:bodyPr anchor="b" anchorCtr="0">
            <a:noAutofit/>
          </a:bodyPr>
          <a:lstStyle>
            <a:lvl1pPr marL="0" indent="0">
              <a:buNone/>
              <a:defRPr sz="3000"/>
            </a:lvl1pPr>
          </a:lstStyle>
          <a:p>
            <a:pPr lvl="0"/>
            <a:r>
              <a:rPr lang="en-US"/>
              <a:t>Transition Slide Title</a:t>
            </a:r>
          </a:p>
        </p:txBody>
      </p:sp>
      <p:cxnSp>
        <p:nvCxnSpPr>
          <p:cNvPr id="4" name="Straight Connector 3"/>
          <p:cNvCxnSpPr/>
          <p:nvPr userDrawn="1"/>
        </p:nvCxnSpPr>
        <p:spPr>
          <a:xfrm>
            <a:off x="570335" y="2780783"/>
            <a:ext cx="4574979"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67455" y="2961483"/>
            <a:ext cx="3952712" cy="1101551"/>
          </a:xfrm>
        </p:spPr>
        <p:txBody>
          <a:bodyPr>
            <a:noAutofit/>
          </a:bodyPr>
          <a:lstStyle>
            <a:lvl1pPr marL="0" indent="0">
              <a:spcBef>
                <a:spcPts val="400"/>
              </a:spcBef>
              <a:buNone/>
              <a:defRPr sz="1800" baseline="0"/>
            </a:lvl1pPr>
            <a:lvl2pPr marL="457200" indent="0">
              <a:buNone/>
              <a:defRPr/>
            </a:lvl2pPr>
            <a:lvl3pPr marL="914400" indent="0">
              <a:buNone/>
              <a:defRPr/>
            </a:lvl3pPr>
            <a:lvl4pPr marL="1371600" indent="0">
              <a:buNone/>
              <a:defRPr/>
            </a:lvl4pPr>
            <a:lvl5pPr marL="1828800" indent="0">
              <a:buNone/>
              <a:defRPr/>
            </a:lvl5pPr>
          </a:lstStyle>
          <a:p>
            <a:pPr lvl="0"/>
            <a:r>
              <a:rPr lang="en-US"/>
              <a:t>Subtitle or additional text</a:t>
            </a:r>
          </a:p>
        </p:txBody>
      </p:sp>
    </p:spTree>
    <p:extLst>
      <p:ext uri="{BB962C8B-B14F-4D97-AF65-F5344CB8AC3E}">
        <p14:creationId xmlns:p14="http://schemas.microsoft.com/office/powerpoint/2010/main" val="28112299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ransition Slide - Blue">
    <p:spTree>
      <p:nvGrpSpPr>
        <p:cNvPr id="1" name=""/>
        <p:cNvGrpSpPr/>
        <p:nvPr/>
      </p:nvGrpSpPr>
      <p:grpSpPr>
        <a:xfrm>
          <a:off x="0" y="0"/>
          <a:ext cx="0" cy="0"/>
          <a:chOff x="0" y="0"/>
          <a:chExt cx="0" cy="0"/>
        </a:xfrm>
      </p:grpSpPr>
      <p:sp>
        <p:nvSpPr>
          <p:cNvPr id="6" name="Rectangle 5"/>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 Placeholder 7"/>
          <p:cNvSpPr>
            <a:spLocks noGrp="1"/>
          </p:cNvSpPr>
          <p:nvPr>
            <p:ph type="body" sz="quarter" idx="10" hasCustomPrompt="1"/>
          </p:nvPr>
        </p:nvSpPr>
        <p:spPr>
          <a:xfrm>
            <a:off x="467454" y="1252017"/>
            <a:ext cx="3952146" cy="1348326"/>
          </a:xfrm>
        </p:spPr>
        <p:txBody>
          <a:bodyPr anchor="b" anchorCtr="0">
            <a:noAutofit/>
          </a:bodyPr>
          <a:lstStyle>
            <a:lvl1pPr marL="0" indent="0">
              <a:buNone/>
              <a:defRPr sz="3000">
                <a:solidFill>
                  <a:srgbClr val="FFFFFF"/>
                </a:solidFill>
              </a:defRPr>
            </a:lvl1pPr>
          </a:lstStyle>
          <a:p>
            <a:pPr lvl="0"/>
            <a:r>
              <a:rPr lang="en-US"/>
              <a:t>Transition Slide Title</a:t>
            </a:r>
          </a:p>
        </p:txBody>
      </p:sp>
      <p:cxnSp>
        <p:nvCxnSpPr>
          <p:cNvPr id="4" name="Straight Connector 3"/>
          <p:cNvCxnSpPr/>
          <p:nvPr userDrawn="1"/>
        </p:nvCxnSpPr>
        <p:spPr>
          <a:xfrm>
            <a:off x="570335" y="2780783"/>
            <a:ext cx="4574979"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67455" y="2961483"/>
            <a:ext cx="3952712" cy="1101551"/>
          </a:xfrm>
        </p:spPr>
        <p:txBody>
          <a:bodyPr>
            <a:noAutofit/>
          </a:bodyPr>
          <a:lstStyle>
            <a:lvl1pPr marL="0" indent="0">
              <a:spcBef>
                <a:spcPts val="400"/>
              </a:spcBef>
              <a:buNone/>
              <a:defRPr sz="18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 or additional text</a:t>
            </a:r>
          </a:p>
        </p:txBody>
      </p:sp>
    </p:spTree>
    <p:extLst>
      <p:ext uri="{BB962C8B-B14F-4D97-AF65-F5344CB8AC3E}">
        <p14:creationId xmlns:p14="http://schemas.microsoft.com/office/powerpoint/2010/main" val="194112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ey Messaging - Large Photo">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9144000" cy="5143500"/>
          </a:xfrm>
          <a:solidFill>
            <a:schemeClr val="bg1">
              <a:lumMod val="95000"/>
            </a:schemeClr>
          </a:solidFill>
        </p:spPr>
        <p:txBody>
          <a:bodyPr/>
          <a:lstStyle>
            <a:lvl1pPr marL="0" indent="0" algn="ctr">
              <a:buNone/>
              <a:defRPr baseline="0"/>
            </a:lvl1pPr>
          </a:lstStyle>
          <a:p>
            <a:r>
              <a:rPr lang="en-US"/>
              <a:t>Insert a large image here</a:t>
            </a:r>
          </a:p>
        </p:txBody>
      </p:sp>
      <p:sp>
        <p:nvSpPr>
          <p:cNvPr id="6" name="Text Placeholder 5"/>
          <p:cNvSpPr>
            <a:spLocks noGrp="1"/>
          </p:cNvSpPr>
          <p:nvPr>
            <p:ph type="body" sz="quarter" idx="11" hasCustomPrompt="1"/>
          </p:nvPr>
        </p:nvSpPr>
        <p:spPr>
          <a:xfrm>
            <a:off x="-1" y="1590675"/>
            <a:ext cx="5565779" cy="628650"/>
          </a:xfrm>
          <a:solidFill>
            <a:srgbClr val="000000">
              <a:alpha val="75000"/>
            </a:srgbClr>
          </a:solidFill>
        </p:spPr>
        <p:txBody>
          <a:bodyPr wrap="none" lIns="457200" tIns="0" rIns="457200" bIns="91440" anchor="ctr" anchorCtr="0">
            <a:noAutofit/>
          </a:bodyPr>
          <a:lstStyle>
            <a:lvl1pPr marL="0" indent="0">
              <a:buNone/>
              <a:defRPr sz="36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Key Messaging Slide One</a:t>
            </a:r>
          </a:p>
        </p:txBody>
      </p:sp>
      <p:sp>
        <p:nvSpPr>
          <p:cNvPr id="7" name="Text Placeholder 5"/>
          <p:cNvSpPr>
            <a:spLocks noGrp="1"/>
          </p:cNvSpPr>
          <p:nvPr>
            <p:ph type="body" sz="quarter" idx="12" hasCustomPrompt="1"/>
          </p:nvPr>
        </p:nvSpPr>
        <p:spPr>
          <a:xfrm>
            <a:off x="0" y="2281663"/>
            <a:ext cx="3747874" cy="628650"/>
          </a:xfrm>
          <a:solidFill>
            <a:srgbClr val="000000">
              <a:alpha val="75000"/>
            </a:srgbClr>
          </a:solidFill>
        </p:spPr>
        <p:txBody>
          <a:bodyPr wrap="none" lIns="457200" tIns="0" rIns="457200" bIns="91440" anchor="ctr" anchorCtr="0">
            <a:noAutofit/>
          </a:bodyPr>
          <a:lstStyle>
            <a:lvl1pPr marL="0" indent="0">
              <a:buNone/>
              <a:defRPr sz="36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Transition Slide</a:t>
            </a:r>
          </a:p>
        </p:txBody>
      </p:sp>
    </p:spTree>
    <p:extLst>
      <p:ext uri="{BB962C8B-B14F-4D97-AF65-F5344CB8AC3E}">
        <p14:creationId xmlns:p14="http://schemas.microsoft.com/office/powerpoint/2010/main" val="37887497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ta Slide - Char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0"/>
            <a:ext cx="3209739" cy="1699456"/>
          </a:xfrm>
        </p:spPr>
        <p:txBody>
          <a:bodyPr/>
          <a:lstStyle/>
          <a:p>
            <a:r>
              <a:rPr lang="en-US"/>
              <a:t>Data Slide: </a:t>
            </a:r>
            <a:br>
              <a:rPr lang="en-US"/>
            </a:br>
            <a:r>
              <a:rPr lang="en-US"/>
              <a:t>Keep Title Concise</a:t>
            </a:r>
          </a:p>
        </p:txBody>
      </p:sp>
      <p:sp>
        <p:nvSpPr>
          <p:cNvPr id="4" name="Text Placeholder 3"/>
          <p:cNvSpPr>
            <a:spLocks noGrp="1"/>
          </p:cNvSpPr>
          <p:nvPr>
            <p:ph type="body" sz="quarter" idx="10" hasCustomPrompt="1"/>
          </p:nvPr>
        </p:nvSpPr>
        <p:spPr>
          <a:xfrm>
            <a:off x="4077835" y="417513"/>
            <a:ext cx="4769303" cy="1281943"/>
          </a:xfrm>
        </p:spPr>
        <p:txBody>
          <a:bodyPr lIns="0" tIns="0" rIns="0" bIns="0" anchor="ctr" anchorCtr="0">
            <a:noAutofit/>
          </a:bodyPr>
          <a:lstStyle>
            <a:lvl1pPr marL="0" indent="0">
              <a:buNone/>
              <a:defRPr sz="2000"/>
            </a:lvl1pPr>
          </a:lstStyle>
          <a:p>
            <a:pPr lvl="0"/>
            <a:r>
              <a:rPr lang="en-US"/>
              <a:t>Summary or description text about the slide, charts, data go here.</a:t>
            </a:r>
          </a:p>
        </p:txBody>
      </p:sp>
      <p:sp>
        <p:nvSpPr>
          <p:cNvPr id="5" name="Chart Placeholder 6"/>
          <p:cNvSpPr>
            <a:spLocks noGrp="1"/>
          </p:cNvSpPr>
          <p:nvPr>
            <p:ph type="chart" sz="quarter" idx="11" hasCustomPrompt="1"/>
          </p:nvPr>
        </p:nvSpPr>
        <p:spPr>
          <a:xfrm>
            <a:off x="468313" y="2081080"/>
            <a:ext cx="1883539" cy="1436109"/>
          </a:xfrm>
          <a:prstGeom prst="rect">
            <a:avLst/>
          </a:prstGeom>
        </p:spPr>
        <p:txBody>
          <a:bodyPr vert="horz"/>
          <a:lstStyle>
            <a:lvl1pPr marL="0" indent="0">
              <a:buNone/>
              <a:defRPr sz="1200"/>
            </a:lvl1pPr>
          </a:lstStyle>
          <a:p>
            <a:r>
              <a:rPr lang="en-US"/>
              <a:t>Insert Chart</a:t>
            </a:r>
          </a:p>
        </p:txBody>
      </p:sp>
      <p:sp>
        <p:nvSpPr>
          <p:cNvPr id="10" name="Chart Placeholder 6"/>
          <p:cNvSpPr>
            <a:spLocks noGrp="1"/>
          </p:cNvSpPr>
          <p:nvPr>
            <p:ph type="chart" sz="quarter" idx="12" hasCustomPrompt="1"/>
          </p:nvPr>
        </p:nvSpPr>
        <p:spPr>
          <a:xfrm>
            <a:off x="6963599" y="2081080"/>
            <a:ext cx="1883539" cy="1436109"/>
          </a:xfrm>
          <a:prstGeom prst="rect">
            <a:avLst/>
          </a:prstGeom>
        </p:spPr>
        <p:txBody>
          <a:bodyPr vert="horz"/>
          <a:lstStyle>
            <a:lvl1pPr marL="0" indent="0">
              <a:buNone/>
              <a:defRPr sz="1200"/>
            </a:lvl1pPr>
          </a:lstStyle>
          <a:p>
            <a:r>
              <a:rPr lang="en-US"/>
              <a:t>Insert Chart</a:t>
            </a:r>
          </a:p>
        </p:txBody>
      </p:sp>
      <p:sp>
        <p:nvSpPr>
          <p:cNvPr id="11" name="Chart Placeholder 6"/>
          <p:cNvSpPr>
            <a:spLocks noGrp="1"/>
          </p:cNvSpPr>
          <p:nvPr>
            <p:ph type="chart" sz="quarter" idx="13" hasCustomPrompt="1"/>
          </p:nvPr>
        </p:nvSpPr>
        <p:spPr>
          <a:xfrm>
            <a:off x="4765926" y="2081080"/>
            <a:ext cx="1883539" cy="1436109"/>
          </a:xfrm>
          <a:prstGeom prst="rect">
            <a:avLst/>
          </a:prstGeom>
        </p:spPr>
        <p:txBody>
          <a:bodyPr vert="horz"/>
          <a:lstStyle>
            <a:lvl1pPr marL="0" indent="0">
              <a:buNone/>
              <a:defRPr sz="1200"/>
            </a:lvl1pPr>
          </a:lstStyle>
          <a:p>
            <a:r>
              <a:rPr lang="en-US"/>
              <a:t>Insert Chart</a:t>
            </a:r>
          </a:p>
        </p:txBody>
      </p:sp>
      <p:sp>
        <p:nvSpPr>
          <p:cNvPr id="12" name="Chart Placeholder 6"/>
          <p:cNvSpPr>
            <a:spLocks noGrp="1"/>
          </p:cNvSpPr>
          <p:nvPr>
            <p:ph type="chart" sz="quarter" idx="14" hasCustomPrompt="1"/>
          </p:nvPr>
        </p:nvSpPr>
        <p:spPr>
          <a:xfrm>
            <a:off x="2618059" y="2081080"/>
            <a:ext cx="1883539" cy="1436109"/>
          </a:xfrm>
          <a:prstGeom prst="rect">
            <a:avLst/>
          </a:prstGeom>
        </p:spPr>
        <p:txBody>
          <a:bodyPr vert="horz"/>
          <a:lstStyle>
            <a:lvl1pPr marL="0" indent="0">
              <a:buNone/>
              <a:defRPr sz="1200"/>
            </a:lvl1pPr>
          </a:lstStyle>
          <a:p>
            <a:r>
              <a:rPr lang="en-US"/>
              <a:t>Insert Chart</a:t>
            </a:r>
          </a:p>
        </p:txBody>
      </p:sp>
      <p:sp>
        <p:nvSpPr>
          <p:cNvPr id="14" name="Text Placeholder 13"/>
          <p:cNvSpPr>
            <a:spLocks noGrp="1"/>
          </p:cNvSpPr>
          <p:nvPr>
            <p:ph type="body" sz="quarter" idx="15" hasCustomPrompt="1"/>
          </p:nvPr>
        </p:nvSpPr>
        <p:spPr>
          <a:xfrm>
            <a:off x="468312" y="3598863"/>
            <a:ext cx="1882775" cy="266700"/>
          </a:xfrm>
        </p:spPr>
        <p:txBody>
          <a:bodyPr lIns="0" tIns="0" rIns="0" bIns="0">
            <a:noAutofit/>
          </a:bodyPr>
          <a:lstStyle>
            <a:lvl1pPr marL="0" indent="0" algn="ctr">
              <a:buNone/>
              <a:defRPr sz="1800" baseline="0"/>
            </a:lvl1pPr>
            <a:lvl2pPr>
              <a:defRPr sz="1400"/>
            </a:lvl2pPr>
            <a:lvl3pPr>
              <a:defRPr sz="1400"/>
            </a:lvl3pPr>
            <a:lvl4pPr>
              <a:defRPr sz="1400"/>
            </a:lvl4pPr>
            <a:lvl5pPr>
              <a:defRPr sz="1400"/>
            </a:lvl5pPr>
          </a:lstStyle>
          <a:p>
            <a:pPr lvl="0"/>
            <a:r>
              <a:rPr lang="en-US"/>
              <a:t>Chart Description</a:t>
            </a:r>
          </a:p>
        </p:txBody>
      </p:sp>
      <p:sp>
        <p:nvSpPr>
          <p:cNvPr id="15" name="Text Placeholder 13"/>
          <p:cNvSpPr>
            <a:spLocks noGrp="1"/>
          </p:cNvSpPr>
          <p:nvPr>
            <p:ph type="body" sz="quarter" idx="16" hasCustomPrompt="1"/>
          </p:nvPr>
        </p:nvSpPr>
        <p:spPr>
          <a:xfrm>
            <a:off x="2618823" y="3598863"/>
            <a:ext cx="1882775" cy="266700"/>
          </a:xfrm>
        </p:spPr>
        <p:txBody>
          <a:bodyPr lIns="0" tIns="0" rIns="0" bIns="0">
            <a:noAutofit/>
          </a:bodyPr>
          <a:lstStyle>
            <a:lvl1pPr marL="0" indent="0" algn="ctr">
              <a:buNone/>
              <a:defRPr sz="1800" baseline="0"/>
            </a:lvl1pPr>
            <a:lvl2pPr>
              <a:defRPr sz="1400"/>
            </a:lvl2pPr>
            <a:lvl3pPr>
              <a:defRPr sz="1400"/>
            </a:lvl3pPr>
            <a:lvl4pPr>
              <a:defRPr sz="1400"/>
            </a:lvl4pPr>
            <a:lvl5pPr>
              <a:defRPr sz="1400"/>
            </a:lvl5pPr>
          </a:lstStyle>
          <a:p>
            <a:pPr lvl="0"/>
            <a:r>
              <a:rPr lang="en-US"/>
              <a:t>Chart Description</a:t>
            </a:r>
          </a:p>
        </p:txBody>
      </p:sp>
      <p:sp>
        <p:nvSpPr>
          <p:cNvPr id="16" name="Text Placeholder 13"/>
          <p:cNvSpPr>
            <a:spLocks noGrp="1"/>
          </p:cNvSpPr>
          <p:nvPr>
            <p:ph type="body" sz="quarter" idx="17" hasCustomPrompt="1"/>
          </p:nvPr>
        </p:nvSpPr>
        <p:spPr>
          <a:xfrm>
            <a:off x="4766690" y="3598863"/>
            <a:ext cx="1882775" cy="266700"/>
          </a:xfrm>
        </p:spPr>
        <p:txBody>
          <a:bodyPr lIns="0" tIns="0" rIns="0" bIns="0">
            <a:noAutofit/>
          </a:bodyPr>
          <a:lstStyle>
            <a:lvl1pPr marL="0" indent="0" algn="ctr">
              <a:buNone/>
              <a:defRPr sz="1800" baseline="0"/>
            </a:lvl1pPr>
            <a:lvl2pPr>
              <a:defRPr sz="1400"/>
            </a:lvl2pPr>
            <a:lvl3pPr>
              <a:defRPr sz="1400"/>
            </a:lvl3pPr>
            <a:lvl4pPr>
              <a:defRPr sz="1400"/>
            </a:lvl4pPr>
            <a:lvl5pPr>
              <a:defRPr sz="1400"/>
            </a:lvl5pPr>
          </a:lstStyle>
          <a:p>
            <a:pPr lvl="0"/>
            <a:r>
              <a:rPr lang="en-US"/>
              <a:t>Chart Description</a:t>
            </a:r>
          </a:p>
        </p:txBody>
      </p:sp>
      <p:sp>
        <p:nvSpPr>
          <p:cNvPr id="17" name="Text Placeholder 13"/>
          <p:cNvSpPr>
            <a:spLocks noGrp="1"/>
          </p:cNvSpPr>
          <p:nvPr>
            <p:ph type="body" sz="quarter" idx="18" hasCustomPrompt="1"/>
          </p:nvPr>
        </p:nvSpPr>
        <p:spPr>
          <a:xfrm>
            <a:off x="6963599" y="3598863"/>
            <a:ext cx="1882775" cy="266700"/>
          </a:xfrm>
        </p:spPr>
        <p:txBody>
          <a:bodyPr lIns="0" tIns="0" rIns="0" bIns="0">
            <a:noAutofit/>
          </a:bodyPr>
          <a:lstStyle>
            <a:lvl1pPr marL="0" indent="0" algn="ctr">
              <a:buNone/>
              <a:defRPr sz="1800" baseline="0"/>
            </a:lvl1pPr>
            <a:lvl2pPr>
              <a:defRPr sz="1400"/>
            </a:lvl2pPr>
            <a:lvl3pPr>
              <a:defRPr sz="1400"/>
            </a:lvl3pPr>
            <a:lvl4pPr>
              <a:defRPr sz="1400"/>
            </a:lvl4pPr>
            <a:lvl5pPr>
              <a:defRPr sz="1400"/>
            </a:lvl5pPr>
          </a:lstStyle>
          <a:p>
            <a:pPr lvl="0"/>
            <a:r>
              <a:rPr lang="en-US"/>
              <a:t>Chart Description</a:t>
            </a:r>
          </a:p>
        </p:txBody>
      </p:sp>
      <p:sp>
        <p:nvSpPr>
          <p:cNvPr id="18" name="Text Placeholder 13"/>
          <p:cNvSpPr>
            <a:spLocks noGrp="1"/>
          </p:cNvSpPr>
          <p:nvPr>
            <p:ph type="body" sz="quarter" idx="19" hasCustomPrompt="1"/>
          </p:nvPr>
        </p:nvSpPr>
        <p:spPr>
          <a:xfrm>
            <a:off x="468312" y="4675059"/>
            <a:ext cx="1882775" cy="205197"/>
          </a:xfrm>
        </p:spPr>
        <p:txBody>
          <a:bodyPr lIns="0" tIns="0" rIns="0" bIns="0">
            <a:noAutofit/>
          </a:bodyPr>
          <a:lstStyle>
            <a:lvl1pPr marL="0" indent="0" algn="l">
              <a:buNone/>
              <a:defRPr sz="1000" baseline="0"/>
            </a:lvl1pPr>
            <a:lvl2pPr>
              <a:defRPr sz="1400"/>
            </a:lvl2pPr>
            <a:lvl3pPr>
              <a:defRPr sz="1400"/>
            </a:lvl3pPr>
            <a:lvl4pPr>
              <a:defRPr sz="1400"/>
            </a:lvl4pPr>
            <a:lvl5pPr>
              <a:defRPr sz="1400"/>
            </a:lvl5pPr>
          </a:lstStyle>
          <a:p>
            <a:pPr lvl="0"/>
            <a:r>
              <a:rPr lang="en-US"/>
              <a:t>Data citation</a:t>
            </a:r>
          </a:p>
        </p:txBody>
      </p:sp>
      <p:sp>
        <p:nvSpPr>
          <p:cNvPr id="19" name="TextBox 18"/>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Tree>
    <p:extLst>
      <p:ext uri="{BB962C8B-B14F-4D97-AF65-F5344CB8AC3E}">
        <p14:creationId xmlns:p14="http://schemas.microsoft.com/office/powerpoint/2010/main" val="13329696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Slide - Infographic Large Photo">
    <p:spTree>
      <p:nvGrpSpPr>
        <p:cNvPr id="1" name=""/>
        <p:cNvGrpSpPr/>
        <p:nvPr/>
      </p:nvGrpSpPr>
      <p:grpSpPr>
        <a:xfrm>
          <a:off x="0" y="0"/>
          <a:ext cx="0" cy="0"/>
          <a:chOff x="0" y="0"/>
          <a:chExt cx="0" cy="0"/>
        </a:xfrm>
      </p:grpSpPr>
      <p:sp>
        <p:nvSpPr>
          <p:cNvPr id="29" name="Picture Placeholder 28"/>
          <p:cNvSpPr>
            <a:spLocks noGrp="1"/>
          </p:cNvSpPr>
          <p:nvPr>
            <p:ph type="pic" sz="quarter" idx="49" hasCustomPrompt="1"/>
          </p:nvPr>
        </p:nvSpPr>
        <p:spPr>
          <a:xfrm>
            <a:off x="0" y="0"/>
            <a:ext cx="9144000" cy="5143500"/>
          </a:xfrm>
        </p:spPr>
        <p:txBody>
          <a:bodyPr>
            <a:normAutofit/>
          </a:bodyPr>
          <a:lstStyle>
            <a:lvl1pPr marL="0" indent="0" algn="r">
              <a:buNone/>
              <a:defRPr sz="1800"/>
            </a:lvl1pPr>
          </a:lstStyle>
          <a:p>
            <a:r>
              <a:rPr lang="en-US"/>
              <a:t>Insert a large image here</a:t>
            </a:r>
          </a:p>
        </p:txBody>
      </p:sp>
      <p:sp>
        <p:nvSpPr>
          <p:cNvPr id="16" name="Text Placeholder 6"/>
          <p:cNvSpPr>
            <a:spLocks noGrp="1"/>
          </p:cNvSpPr>
          <p:nvPr>
            <p:ph type="body" sz="quarter" idx="40"/>
          </p:nvPr>
        </p:nvSpPr>
        <p:spPr>
          <a:xfrm>
            <a:off x="0" y="2561212"/>
            <a:ext cx="9144000" cy="1983121"/>
          </a:xfrm>
          <a:prstGeom prst="rect">
            <a:avLst/>
          </a:prstGeom>
          <a:solidFill>
            <a:schemeClr val="bg1">
              <a:lumMod val="95000"/>
              <a:alpha val="85000"/>
            </a:schemeClr>
          </a:solidFill>
        </p:spPr>
        <p:txBody>
          <a:bodyPr vert="horz"/>
          <a:lstStyle>
            <a:lvl1pPr marL="0" indent="0" algn="ctr">
              <a:buNone/>
              <a:defRPr sz="100">
                <a:solidFill>
                  <a:srgbClr val="333333"/>
                </a:solidFill>
              </a:defRPr>
            </a:lvl1pPr>
          </a:lstStyle>
          <a:p>
            <a:pPr lvl="0"/>
            <a:r>
              <a:rPr lang="en-US"/>
              <a:t>Click to edit Master text styles</a:t>
            </a:r>
          </a:p>
        </p:txBody>
      </p:sp>
      <p:sp>
        <p:nvSpPr>
          <p:cNvPr id="17" name="Text Placeholder 3"/>
          <p:cNvSpPr>
            <a:spLocks noGrp="1"/>
          </p:cNvSpPr>
          <p:nvPr>
            <p:ph type="body" sz="quarter" idx="18" hasCustomPrompt="1"/>
          </p:nvPr>
        </p:nvSpPr>
        <p:spPr>
          <a:xfrm>
            <a:off x="468312"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18" name="Text Placeholder 17"/>
          <p:cNvSpPr>
            <a:spLocks noGrp="1"/>
          </p:cNvSpPr>
          <p:nvPr>
            <p:ph type="body" sz="quarter" idx="19" hasCustomPrompt="1"/>
          </p:nvPr>
        </p:nvSpPr>
        <p:spPr>
          <a:xfrm>
            <a:off x="468313"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19" name="Text Placeholder 3"/>
          <p:cNvSpPr>
            <a:spLocks noGrp="1"/>
          </p:cNvSpPr>
          <p:nvPr>
            <p:ph type="body" sz="quarter" idx="41" hasCustomPrompt="1"/>
          </p:nvPr>
        </p:nvSpPr>
        <p:spPr>
          <a:xfrm>
            <a:off x="2194869"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0" name="Text Placeholder 17"/>
          <p:cNvSpPr>
            <a:spLocks noGrp="1"/>
          </p:cNvSpPr>
          <p:nvPr>
            <p:ph type="body" sz="quarter" idx="42" hasCustomPrompt="1"/>
          </p:nvPr>
        </p:nvSpPr>
        <p:spPr>
          <a:xfrm>
            <a:off x="2194870"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1" name="Text Placeholder 3"/>
          <p:cNvSpPr>
            <a:spLocks noGrp="1"/>
          </p:cNvSpPr>
          <p:nvPr>
            <p:ph type="body" sz="quarter" idx="43" hasCustomPrompt="1"/>
          </p:nvPr>
        </p:nvSpPr>
        <p:spPr>
          <a:xfrm>
            <a:off x="3931141"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2" name="Text Placeholder 17"/>
          <p:cNvSpPr>
            <a:spLocks noGrp="1"/>
          </p:cNvSpPr>
          <p:nvPr>
            <p:ph type="body" sz="quarter" idx="44" hasCustomPrompt="1"/>
          </p:nvPr>
        </p:nvSpPr>
        <p:spPr>
          <a:xfrm>
            <a:off x="3931142"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3" name="Text Placeholder 3"/>
          <p:cNvSpPr>
            <a:spLocks noGrp="1"/>
          </p:cNvSpPr>
          <p:nvPr>
            <p:ph type="body" sz="quarter" idx="45" hasCustomPrompt="1"/>
          </p:nvPr>
        </p:nvSpPr>
        <p:spPr>
          <a:xfrm>
            <a:off x="5655659"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4" name="Text Placeholder 17"/>
          <p:cNvSpPr>
            <a:spLocks noGrp="1"/>
          </p:cNvSpPr>
          <p:nvPr>
            <p:ph type="body" sz="quarter" idx="46" hasCustomPrompt="1"/>
          </p:nvPr>
        </p:nvSpPr>
        <p:spPr>
          <a:xfrm>
            <a:off x="5655660"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5" name="Text Placeholder 3"/>
          <p:cNvSpPr>
            <a:spLocks noGrp="1"/>
          </p:cNvSpPr>
          <p:nvPr>
            <p:ph type="body" sz="quarter" idx="47" hasCustomPrompt="1"/>
          </p:nvPr>
        </p:nvSpPr>
        <p:spPr>
          <a:xfrm>
            <a:off x="7336601"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6" name="Text Placeholder 17"/>
          <p:cNvSpPr>
            <a:spLocks noGrp="1"/>
          </p:cNvSpPr>
          <p:nvPr>
            <p:ph type="body" sz="quarter" idx="48" hasCustomPrompt="1"/>
          </p:nvPr>
        </p:nvSpPr>
        <p:spPr>
          <a:xfrm>
            <a:off x="7336602"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32" name="Title 31"/>
          <p:cNvSpPr>
            <a:spLocks noGrp="1"/>
          </p:cNvSpPr>
          <p:nvPr>
            <p:ph type="title" hasCustomPrompt="1"/>
          </p:nvPr>
        </p:nvSpPr>
        <p:spPr>
          <a:xfrm>
            <a:off x="457200" y="0"/>
            <a:ext cx="3213510" cy="1704258"/>
          </a:xfrm>
        </p:spPr>
        <p:txBody>
          <a:bodyPr/>
          <a:lstStyle/>
          <a:p>
            <a:r>
              <a:rPr lang="en-US"/>
              <a:t>Messaging + Blue Infographic Content</a:t>
            </a:r>
          </a:p>
        </p:txBody>
      </p:sp>
      <p:sp>
        <p:nvSpPr>
          <p:cNvPr id="33" name="Picture Placeholder 24"/>
          <p:cNvSpPr>
            <a:spLocks noGrp="1" noChangeAspect="1"/>
          </p:cNvSpPr>
          <p:nvPr>
            <p:ph type="pic" sz="quarter" idx="50" hasCustomPrompt="1"/>
          </p:nvPr>
        </p:nvSpPr>
        <p:spPr>
          <a:xfrm>
            <a:off x="490683"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35" name="Picture Placeholder 24"/>
          <p:cNvSpPr>
            <a:spLocks noGrp="1" noChangeAspect="1"/>
          </p:cNvSpPr>
          <p:nvPr>
            <p:ph type="pic" sz="quarter" idx="51" hasCustomPrompt="1"/>
          </p:nvPr>
        </p:nvSpPr>
        <p:spPr>
          <a:xfrm>
            <a:off x="2239612"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36" name="Picture Placeholder 24"/>
          <p:cNvSpPr>
            <a:spLocks noGrp="1" noChangeAspect="1"/>
          </p:cNvSpPr>
          <p:nvPr>
            <p:ph type="pic" sz="quarter" idx="52" hasCustomPrompt="1"/>
          </p:nvPr>
        </p:nvSpPr>
        <p:spPr>
          <a:xfrm>
            <a:off x="3926034"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37" name="Picture Placeholder 24"/>
          <p:cNvSpPr>
            <a:spLocks noGrp="1" noChangeAspect="1"/>
          </p:cNvSpPr>
          <p:nvPr>
            <p:ph type="pic" sz="quarter" idx="53" hasCustomPrompt="1"/>
          </p:nvPr>
        </p:nvSpPr>
        <p:spPr>
          <a:xfrm>
            <a:off x="5675688"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38" name="Picture Placeholder 24"/>
          <p:cNvSpPr>
            <a:spLocks noGrp="1" noChangeAspect="1"/>
          </p:cNvSpPr>
          <p:nvPr>
            <p:ph type="pic" sz="quarter" idx="54" hasCustomPrompt="1"/>
          </p:nvPr>
        </p:nvSpPr>
        <p:spPr>
          <a:xfrm>
            <a:off x="7336601"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Tree>
    <p:extLst>
      <p:ext uri="{BB962C8B-B14F-4D97-AF65-F5344CB8AC3E}">
        <p14:creationId xmlns:p14="http://schemas.microsoft.com/office/powerpoint/2010/main" val="39821035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Slide - Infographic Half Photo">
    <p:spTree>
      <p:nvGrpSpPr>
        <p:cNvPr id="1" name=""/>
        <p:cNvGrpSpPr/>
        <p:nvPr/>
      </p:nvGrpSpPr>
      <p:grpSpPr>
        <a:xfrm>
          <a:off x="0" y="0"/>
          <a:ext cx="0" cy="0"/>
          <a:chOff x="0" y="0"/>
          <a:chExt cx="0" cy="0"/>
        </a:xfrm>
      </p:grpSpPr>
      <p:sp>
        <p:nvSpPr>
          <p:cNvPr id="3" name="Picture Placeholder 2"/>
          <p:cNvSpPr>
            <a:spLocks noGrp="1"/>
          </p:cNvSpPr>
          <p:nvPr>
            <p:ph type="pic" sz="quarter" idx="49" hasCustomPrompt="1"/>
          </p:nvPr>
        </p:nvSpPr>
        <p:spPr>
          <a:xfrm>
            <a:off x="0" y="0"/>
            <a:ext cx="9144000" cy="2682875"/>
          </a:xfrm>
          <a:solidFill>
            <a:schemeClr val="bg1">
              <a:lumMod val="85000"/>
            </a:schemeClr>
          </a:solidFill>
        </p:spPr>
        <p:txBody>
          <a:bodyPr>
            <a:normAutofit/>
          </a:bodyPr>
          <a:lstStyle>
            <a:lvl1pPr marL="0" indent="0" algn="r">
              <a:buNone/>
              <a:defRPr sz="1600"/>
            </a:lvl1pPr>
          </a:lstStyle>
          <a:p>
            <a:r>
              <a:rPr lang="en-US"/>
              <a:t>Insert a large image here</a:t>
            </a:r>
          </a:p>
        </p:txBody>
      </p:sp>
      <p:sp>
        <p:nvSpPr>
          <p:cNvPr id="17" name="Text Placeholder 3"/>
          <p:cNvSpPr>
            <a:spLocks noGrp="1"/>
          </p:cNvSpPr>
          <p:nvPr>
            <p:ph type="body" sz="quarter" idx="18" hasCustomPrompt="1"/>
          </p:nvPr>
        </p:nvSpPr>
        <p:spPr>
          <a:xfrm>
            <a:off x="468312"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18" name="Text Placeholder 17"/>
          <p:cNvSpPr>
            <a:spLocks noGrp="1"/>
          </p:cNvSpPr>
          <p:nvPr>
            <p:ph type="body" sz="quarter" idx="19" hasCustomPrompt="1"/>
          </p:nvPr>
        </p:nvSpPr>
        <p:spPr>
          <a:xfrm>
            <a:off x="468313"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19" name="Text Placeholder 3"/>
          <p:cNvSpPr>
            <a:spLocks noGrp="1"/>
          </p:cNvSpPr>
          <p:nvPr>
            <p:ph type="body" sz="quarter" idx="41" hasCustomPrompt="1"/>
          </p:nvPr>
        </p:nvSpPr>
        <p:spPr>
          <a:xfrm>
            <a:off x="2194869"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0" name="Text Placeholder 17"/>
          <p:cNvSpPr>
            <a:spLocks noGrp="1"/>
          </p:cNvSpPr>
          <p:nvPr>
            <p:ph type="body" sz="quarter" idx="42" hasCustomPrompt="1"/>
          </p:nvPr>
        </p:nvSpPr>
        <p:spPr>
          <a:xfrm>
            <a:off x="2194870"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1" name="Text Placeholder 3"/>
          <p:cNvSpPr>
            <a:spLocks noGrp="1"/>
          </p:cNvSpPr>
          <p:nvPr>
            <p:ph type="body" sz="quarter" idx="43" hasCustomPrompt="1"/>
          </p:nvPr>
        </p:nvSpPr>
        <p:spPr>
          <a:xfrm>
            <a:off x="3931141"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2" name="Text Placeholder 17"/>
          <p:cNvSpPr>
            <a:spLocks noGrp="1"/>
          </p:cNvSpPr>
          <p:nvPr>
            <p:ph type="body" sz="quarter" idx="44" hasCustomPrompt="1"/>
          </p:nvPr>
        </p:nvSpPr>
        <p:spPr>
          <a:xfrm>
            <a:off x="3931142"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3" name="Text Placeholder 3"/>
          <p:cNvSpPr>
            <a:spLocks noGrp="1"/>
          </p:cNvSpPr>
          <p:nvPr>
            <p:ph type="body" sz="quarter" idx="45" hasCustomPrompt="1"/>
          </p:nvPr>
        </p:nvSpPr>
        <p:spPr>
          <a:xfrm>
            <a:off x="5655659"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4" name="Text Placeholder 17"/>
          <p:cNvSpPr>
            <a:spLocks noGrp="1"/>
          </p:cNvSpPr>
          <p:nvPr>
            <p:ph type="body" sz="quarter" idx="46" hasCustomPrompt="1"/>
          </p:nvPr>
        </p:nvSpPr>
        <p:spPr>
          <a:xfrm>
            <a:off x="5655660"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5" name="Text Placeholder 3"/>
          <p:cNvSpPr>
            <a:spLocks noGrp="1"/>
          </p:cNvSpPr>
          <p:nvPr>
            <p:ph type="body" sz="quarter" idx="47" hasCustomPrompt="1"/>
          </p:nvPr>
        </p:nvSpPr>
        <p:spPr>
          <a:xfrm>
            <a:off x="7336601"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6" name="Text Placeholder 17"/>
          <p:cNvSpPr>
            <a:spLocks noGrp="1"/>
          </p:cNvSpPr>
          <p:nvPr>
            <p:ph type="body" sz="quarter" idx="48" hasCustomPrompt="1"/>
          </p:nvPr>
        </p:nvSpPr>
        <p:spPr>
          <a:xfrm>
            <a:off x="7336602"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8" name="Title 31"/>
          <p:cNvSpPr>
            <a:spLocks noGrp="1"/>
          </p:cNvSpPr>
          <p:nvPr>
            <p:ph type="title" hasCustomPrompt="1"/>
          </p:nvPr>
        </p:nvSpPr>
        <p:spPr>
          <a:xfrm>
            <a:off x="457200" y="0"/>
            <a:ext cx="3213510" cy="1704258"/>
          </a:xfrm>
        </p:spPr>
        <p:txBody>
          <a:bodyPr/>
          <a:lstStyle/>
          <a:p>
            <a:r>
              <a:rPr lang="en-US"/>
              <a:t>Messaging + Blue Infographic Content</a:t>
            </a:r>
          </a:p>
        </p:txBody>
      </p:sp>
      <p:sp>
        <p:nvSpPr>
          <p:cNvPr id="39" name="Picture Placeholder 24"/>
          <p:cNvSpPr>
            <a:spLocks noGrp="1" noChangeAspect="1"/>
          </p:cNvSpPr>
          <p:nvPr>
            <p:ph type="pic" sz="quarter" idx="50" hasCustomPrompt="1"/>
          </p:nvPr>
        </p:nvSpPr>
        <p:spPr>
          <a:xfrm>
            <a:off x="490683"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40" name="Picture Placeholder 24"/>
          <p:cNvSpPr>
            <a:spLocks noGrp="1" noChangeAspect="1"/>
          </p:cNvSpPr>
          <p:nvPr>
            <p:ph type="pic" sz="quarter" idx="51" hasCustomPrompt="1"/>
          </p:nvPr>
        </p:nvSpPr>
        <p:spPr>
          <a:xfrm>
            <a:off x="2239612"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41" name="Picture Placeholder 24"/>
          <p:cNvSpPr>
            <a:spLocks noGrp="1" noChangeAspect="1"/>
          </p:cNvSpPr>
          <p:nvPr>
            <p:ph type="pic" sz="quarter" idx="52" hasCustomPrompt="1"/>
          </p:nvPr>
        </p:nvSpPr>
        <p:spPr>
          <a:xfrm>
            <a:off x="3926034"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42" name="Picture Placeholder 24"/>
          <p:cNvSpPr>
            <a:spLocks noGrp="1" noChangeAspect="1"/>
          </p:cNvSpPr>
          <p:nvPr>
            <p:ph type="pic" sz="quarter" idx="53" hasCustomPrompt="1"/>
          </p:nvPr>
        </p:nvSpPr>
        <p:spPr>
          <a:xfrm>
            <a:off x="5675688"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43" name="Picture Placeholder 24"/>
          <p:cNvSpPr>
            <a:spLocks noGrp="1" noChangeAspect="1"/>
          </p:cNvSpPr>
          <p:nvPr>
            <p:ph type="pic" sz="quarter" idx="54" hasCustomPrompt="1"/>
          </p:nvPr>
        </p:nvSpPr>
        <p:spPr>
          <a:xfrm>
            <a:off x="7336601"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Tree>
    <p:extLst>
      <p:ext uri="{BB962C8B-B14F-4D97-AF65-F5344CB8AC3E}">
        <p14:creationId xmlns:p14="http://schemas.microsoft.com/office/powerpoint/2010/main" val="6605727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Slide - Half Photo">
    <p:spTree>
      <p:nvGrpSpPr>
        <p:cNvPr id="1" name=""/>
        <p:cNvGrpSpPr/>
        <p:nvPr/>
      </p:nvGrpSpPr>
      <p:grpSpPr>
        <a:xfrm>
          <a:off x="0" y="0"/>
          <a:ext cx="0" cy="0"/>
          <a:chOff x="0" y="0"/>
          <a:chExt cx="0" cy="0"/>
        </a:xfrm>
      </p:grpSpPr>
      <p:sp>
        <p:nvSpPr>
          <p:cNvPr id="3" name="Picture Placeholder 2"/>
          <p:cNvSpPr>
            <a:spLocks noGrp="1"/>
          </p:cNvSpPr>
          <p:nvPr>
            <p:ph type="pic" sz="quarter" idx="49" hasCustomPrompt="1"/>
          </p:nvPr>
        </p:nvSpPr>
        <p:spPr>
          <a:xfrm>
            <a:off x="0" y="0"/>
            <a:ext cx="9144000" cy="2682875"/>
          </a:xfrm>
          <a:solidFill>
            <a:schemeClr val="bg1">
              <a:lumMod val="85000"/>
            </a:schemeClr>
          </a:solidFill>
        </p:spPr>
        <p:txBody>
          <a:bodyPr>
            <a:normAutofit/>
          </a:bodyPr>
          <a:lstStyle>
            <a:lvl1pPr marL="0" indent="0" algn="r">
              <a:buNone/>
              <a:defRPr sz="1600"/>
            </a:lvl1pPr>
          </a:lstStyle>
          <a:p>
            <a:r>
              <a:rPr lang="en-US"/>
              <a:t>Insert a large image here</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5" name="Text Placeholder 14"/>
          <p:cNvSpPr>
            <a:spLocks noGrp="1"/>
          </p:cNvSpPr>
          <p:nvPr>
            <p:ph type="body" sz="quarter" idx="50" hasCustomPrompt="1"/>
          </p:nvPr>
        </p:nvSpPr>
        <p:spPr>
          <a:xfrm>
            <a:off x="479425" y="2968625"/>
            <a:ext cx="8267686" cy="1738313"/>
          </a:xfrm>
        </p:spPr>
        <p:txBody>
          <a:bodyPr lIns="0" tIns="0" rIns="0" bIns="0">
            <a:no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stStyle>
          <a:p>
            <a:pPr lvl="0"/>
            <a:r>
              <a:rPr lang="en-US"/>
              <a:t>Short Slide Summary</a:t>
            </a:r>
          </a:p>
        </p:txBody>
      </p:sp>
      <p:sp>
        <p:nvSpPr>
          <p:cNvPr id="2" name="Title 1"/>
          <p:cNvSpPr>
            <a:spLocks noGrp="1"/>
          </p:cNvSpPr>
          <p:nvPr>
            <p:ph type="title" hasCustomPrompt="1"/>
          </p:nvPr>
        </p:nvSpPr>
        <p:spPr>
          <a:xfrm>
            <a:off x="0" y="2186187"/>
            <a:ext cx="4936982" cy="497572"/>
          </a:xfrm>
        </p:spPr>
        <p:txBody>
          <a:bodyPr lIns="274320" tIns="91440" bIns="45720">
            <a:spAutoFit/>
          </a:bodyPr>
          <a:lstStyle>
            <a:lvl1pPr algn="l">
              <a:defRPr/>
            </a:lvl1pPr>
          </a:lstStyle>
          <a:p>
            <a:pPr lvl="0"/>
            <a:r>
              <a:rPr lang="en-US"/>
              <a:t>Title: Content Slide</a:t>
            </a:r>
          </a:p>
        </p:txBody>
      </p:sp>
    </p:spTree>
    <p:extLst>
      <p:ext uri="{BB962C8B-B14F-4D97-AF65-F5344CB8AC3E}">
        <p14:creationId xmlns:p14="http://schemas.microsoft.com/office/powerpoint/2010/main" val="16385361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ontent Slide - Half Blue - Half Photo">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3204446"/>
            <a:ext cx="9144000" cy="193905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79425" y="3536950"/>
            <a:ext cx="3308350" cy="1096963"/>
          </a:xfrm>
        </p:spPr>
        <p:txBody>
          <a:bodyPr lIns="0" tIns="0" rIns="0" bIns="0">
            <a:noAutofit/>
          </a:bodyPr>
          <a:lstStyle>
            <a:lvl1pPr marL="0" indent="0">
              <a:spcBef>
                <a:spcPts val="0"/>
              </a:spcBef>
              <a:buNone/>
              <a:defRPr sz="2800" b="1">
                <a:solidFill>
                  <a:schemeClr val="bg1"/>
                </a:solidFill>
              </a:defRPr>
            </a:lvl1pPr>
          </a:lstStyle>
          <a:p>
            <a:pPr lvl="0"/>
            <a:r>
              <a:rPr lang="en-US"/>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104657" y="3536950"/>
            <a:ext cx="4642454" cy="1096963"/>
          </a:xfrm>
        </p:spPr>
        <p:txBody>
          <a:bodyPr lIns="0" tIns="73152" rIns="0" bIns="0">
            <a:noAutofit/>
          </a:bodyPr>
          <a:lstStyle>
            <a:lvl1pPr marL="0" indent="0">
              <a:buNone/>
              <a:defRPr sz="2000" b="0">
                <a:solidFill>
                  <a:schemeClr val="bg1"/>
                </a:solidFill>
              </a:defRPr>
            </a:lvl1pPr>
          </a:lstStyle>
          <a:p>
            <a:pPr lvl="0"/>
            <a:r>
              <a:rPr lang="en-US"/>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bg1"/>
                </a:solidFill>
              </a:rPr>
              <a:t>NREL</a:t>
            </a:r>
            <a:r>
              <a:rPr lang="en-US" sz="800" baseline="0">
                <a:solidFill>
                  <a:schemeClr val="bg1"/>
                </a:solidFill>
              </a:rPr>
              <a:t>    </a:t>
            </a:r>
            <a:r>
              <a:rPr lang="en-US" sz="800">
                <a:solidFill>
                  <a:schemeClr val="bg1"/>
                </a:solidFill>
              </a:rPr>
              <a:t>|    </a:t>
            </a:r>
            <a:fld id="{BFD71CF8-5198-8441-A7C0-DC22FD64CBE4}" type="slidenum">
              <a:rPr lang="en-US" sz="80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bg1"/>
              </a:solidFill>
            </a:endParaRPr>
          </a:p>
        </p:txBody>
      </p:sp>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0" y="0"/>
            <a:ext cx="9144000" cy="3205163"/>
          </a:xfrm>
          <a:solidFill>
            <a:schemeClr val="bg1">
              <a:lumMod val="95000"/>
            </a:schemeClr>
          </a:solidFill>
        </p:spPr>
        <p:txBody>
          <a:bodyPr/>
          <a:lstStyle>
            <a:lvl1pPr marL="0" indent="0" algn="ctr">
              <a:buNone/>
              <a:defRPr/>
            </a:lvl1pPr>
          </a:lstStyle>
          <a:p>
            <a:r>
              <a:rPr lang="en-US"/>
              <a:t>Insert Photo or Graphic</a:t>
            </a:r>
          </a:p>
        </p:txBody>
      </p:sp>
    </p:spTree>
    <p:extLst>
      <p:ext uri="{BB962C8B-B14F-4D97-AF65-F5344CB8AC3E}">
        <p14:creationId xmlns:p14="http://schemas.microsoft.com/office/powerpoint/2010/main" val="23678645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ontent Slide - Half Blue 1">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3204446"/>
            <a:ext cx="9144000" cy="193905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79425" y="3536950"/>
            <a:ext cx="3308350" cy="1096963"/>
          </a:xfrm>
        </p:spPr>
        <p:txBody>
          <a:bodyPr lIns="0" tIns="0" rIns="0" bIns="0">
            <a:noAutofit/>
          </a:bodyPr>
          <a:lstStyle>
            <a:lvl1pPr marL="0" indent="0">
              <a:spcBef>
                <a:spcPts val="0"/>
              </a:spcBef>
              <a:buNone/>
              <a:defRPr sz="2800" b="1">
                <a:solidFill>
                  <a:schemeClr val="bg1"/>
                </a:solidFill>
              </a:defRPr>
            </a:lvl1pPr>
          </a:lstStyle>
          <a:p>
            <a:pPr lvl="0"/>
            <a:r>
              <a:rPr lang="en-US"/>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104657" y="3536950"/>
            <a:ext cx="4642454" cy="1096963"/>
          </a:xfrm>
        </p:spPr>
        <p:txBody>
          <a:bodyPr lIns="0" tIns="73152" rIns="0" bIns="0">
            <a:noAutofit/>
          </a:bodyPr>
          <a:lstStyle>
            <a:lvl1pPr marL="0" indent="0">
              <a:buNone/>
              <a:defRPr sz="2000" b="0">
                <a:solidFill>
                  <a:schemeClr val="bg1"/>
                </a:solidFill>
              </a:defRPr>
            </a:lvl1pPr>
          </a:lstStyle>
          <a:p>
            <a:pPr lvl="0"/>
            <a:r>
              <a:rPr lang="en-US"/>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bg1"/>
                </a:solidFill>
              </a:rPr>
              <a:t>NREL</a:t>
            </a:r>
            <a:r>
              <a:rPr lang="en-US" sz="800" baseline="0">
                <a:solidFill>
                  <a:schemeClr val="bg1"/>
                </a:solidFill>
              </a:rPr>
              <a:t>    </a:t>
            </a:r>
            <a:r>
              <a:rPr lang="en-US" sz="800">
                <a:solidFill>
                  <a:schemeClr val="bg1"/>
                </a:solidFill>
              </a:rPr>
              <a:t>|    </a:t>
            </a:r>
            <a:fld id="{BFD71CF8-5198-8441-A7C0-DC22FD64CBE4}" type="slidenum">
              <a:rPr lang="en-US" sz="80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bg1"/>
              </a:solidFill>
            </a:endParaRPr>
          </a:p>
        </p:txBody>
      </p:sp>
      <p:sp>
        <p:nvSpPr>
          <p:cNvPr id="10" name="Rectangle 9">
            <a:extLst>
              <a:ext uri="{FF2B5EF4-FFF2-40B4-BE49-F238E27FC236}">
                <a16:creationId xmlns:a16="http://schemas.microsoft.com/office/drawing/2014/main" id="{D0F8E801-C21C-E943-9A0D-715C66D645FB}"/>
              </a:ext>
            </a:extLst>
          </p:cNvPr>
          <p:cNvSpPr/>
          <p:nvPr userDrawn="1"/>
        </p:nvSpPr>
        <p:spPr>
          <a:xfrm>
            <a:off x="0" y="0"/>
            <a:ext cx="9144000" cy="320444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479425" y="583079"/>
            <a:ext cx="4642454" cy="1096963"/>
          </a:xfrm>
        </p:spPr>
        <p:txBody>
          <a:bodyPr lIns="0" tIns="73152" rIns="0" bIns="0">
            <a:noAutofit/>
          </a:bodyPr>
          <a:lstStyle>
            <a:lvl1pPr marL="0" indent="0">
              <a:buNone/>
              <a:defRPr sz="2000" b="0">
                <a:solidFill>
                  <a:schemeClr val="tx1"/>
                </a:solidFill>
              </a:defRPr>
            </a:lvl1pPr>
          </a:lstStyle>
          <a:p>
            <a:pPr lvl="0"/>
            <a:r>
              <a:rPr lang="en-US"/>
              <a:t>Supporting body text</a:t>
            </a:r>
          </a:p>
        </p:txBody>
      </p:sp>
    </p:spTree>
    <p:extLst>
      <p:ext uri="{BB962C8B-B14F-4D97-AF65-F5344CB8AC3E}">
        <p14:creationId xmlns:p14="http://schemas.microsoft.com/office/powerpoint/2010/main" val="29658375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ntent Slide - Half Blue 2">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3204446"/>
            <a:ext cx="9144000" cy="193905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79425" y="3536950"/>
            <a:ext cx="3308350" cy="1096963"/>
          </a:xfrm>
        </p:spPr>
        <p:txBody>
          <a:bodyPr lIns="0" tIns="0" rIns="0" bIns="0">
            <a:noAutofit/>
          </a:bodyPr>
          <a:lstStyle>
            <a:lvl1pPr marL="0" indent="0">
              <a:spcBef>
                <a:spcPts val="0"/>
              </a:spcBef>
              <a:buNone/>
              <a:defRPr sz="2800" b="1">
                <a:solidFill>
                  <a:schemeClr val="bg1"/>
                </a:solidFill>
              </a:defRPr>
            </a:lvl1pPr>
          </a:lstStyle>
          <a:p>
            <a:pPr lvl="0"/>
            <a:r>
              <a:rPr lang="en-US"/>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104657" y="3536950"/>
            <a:ext cx="4642454" cy="1096963"/>
          </a:xfrm>
        </p:spPr>
        <p:txBody>
          <a:bodyPr lIns="0" tIns="73152" rIns="0" bIns="0">
            <a:noAutofit/>
          </a:bodyPr>
          <a:lstStyle>
            <a:lvl1pPr marL="0" indent="0">
              <a:buNone/>
              <a:defRPr sz="2000" b="0">
                <a:solidFill>
                  <a:schemeClr val="bg1"/>
                </a:solidFill>
              </a:defRPr>
            </a:lvl1pPr>
          </a:lstStyle>
          <a:p>
            <a:pPr lvl="0"/>
            <a:r>
              <a:rPr lang="en-US"/>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bg1"/>
                </a:solidFill>
              </a:rPr>
              <a:t>NREL</a:t>
            </a:r>
            <a:r>
              <a:rPr lang="en-US" sz="800" baseline="0">
                <a:solidFill>
                  <a:schemeClr val="bg1"/>
                </a:solidFill>
              </a:rPr>
              <a:t>    </a:t>
            </a:r>
            <a:r>
              <a:rPr lang="en-US" sz="800">
                <a:solidFill>
                  <a:schemeClr val="bg1"/>
                </a:solidFill>
              </a:rPr>
              <a:t>|    </a:t>
            </a:r>
            <a:fld id="{BFD71CF8-5198-8441-A7C0-DC22FD64CBE4}" type="slidenum">
              <a:rPr lang="en-US" sz="80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bg1"/>
              </a:solidFill>
            </a:endParaRPr>
          </a:p>
        </p:txBody>
      </p:sp>
      <p:sp>
        <p:nvSpPr>
          <p:cNvPr id="7" name="Text Placeholder 7">
            <a:extLst>
              <a:ext uri="{FF2B5EF4-FFF2-40B4-BE49-F238E27FC236}">
                <a16:creationId xmlns:a16="http://schemas.microsoft.com/office/drawing/2014/main" id="{2736CC6A-2FA9-E242-A5D0-FCF48179A1F7}"/>
              </a:ext>
            </a:extLst>
          </p:cNvPr>
          <p:cNvSpPr>
            <a:spLocks noGrp="1"/>
          </p:cNvSpPr>
          <p:nvPr>
            <p:ph type="body" sz="quarter" idx="53" hasCustomPrompt="1"/>
          </p:nvPr>
        </p:nvSpPr>
        <p:spPr>
          <a:xfrm>
            <a:off x="479425" y="583079"/>
            <a:ext cx="4642454" cy="1096963"/>
          </a:xfrm>
        </p:spPr>
        <p:txBody>
          <a:bodyPr lIns="0" tIns="73152" rIns="0" bIns="0">
            <a:noAutofit/>
          </a:bodyPr>
          <a:lstStyle>
            <a:lvl1pPr marL="0" indent="0">
              <a:buNone/>
              <a:defRPr sz="2000" b="0">
                <a:solidFill>
                  <a:schemeClr val="tx1"/>
                </a:solidFill>
              </a:defRPr>
            </a:lvl1pPr>
          </a:lstStyle>
          <a:p>
            <a:pPr lvl="0"/>
            <a:r>
              <a:rPr lang="en-US"/>
              <a:t>Supporting body text</a:t>
            </a:r>
          </a:p>
        </p:txBody>
      </p:sp>
    </p:spTree>
    <p:extLst>
      <p:ext uri="{BB962C8B-B14F-4D97-AF65-F5344CB8AC3E}">
        <p14:creationId xmlns:p14="http://schemas.microsoft.com/office/powerpoint/2010/main" val="28140804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ntent Slide - Half Blue 1">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152614"/>
            <a:ext cx="9144000" cy="99088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79425" y="4319771"/>
            <a:ext cx="3308350" cy="481299"/>
          </a:xfrm>
        </p:spPr>
        <p:txBody>
          <a:bodyPr lIns="0" tIns="0" rIns="0" bIns="0">
            <a:noAutofit/>
          </a:bodyPr>
          <a:lstStyle>
            <a:lvl1pPr marL="0" indent="0">
              <a:spcBef>
                <a:spcPts val="0"/>
              </a:spcBef>
              <a:buNone/>
              <a:defRPr sz="2800" b="1">
                <a:solidFill>
                  <a:schemeClr val="bg1"/>
                </a:solidFill>
              </a:defRPr>
            </a:lvl1pPr>
          </a:lstStyle>
          <a:p>
            <a:pPr lvl="0"/>
            <a:r>
              <a:rPr lang="en-US"/>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104657" y="4319771"/>
            <a:ext cx="4642454" cy="481299"/>
          </a:xfrm>
        </p:spPr>
        <p:txBody>
          <a:bodyPr lIns="0" tIns="73152" rIns="0" bIns="0">
            <a:noAutofit/>
          </a:bodyPr>
          <a:lstStyle>
            <a:lvl1pPr marL="0" indent="0">
              <a:buNone/>
              <a:defRPr sz="2000" b="0">
                <a:solidFill>
                  <a:schemeClr val="bg1"/>
                </a:solidFill>
              </a:defRPr>
            </a:lvl1pPr>
          </a:lstStyle>
          <a:p>
            <a:pPr lvl="0"/>
            <a:r>
              <a:rPr lang="en-US"/>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bg1"/>
                </a:solidFill>
              </a:rPr>
              <a:t>NREL</a:t>
            </a:r>
            <a:r>
              <a:rPr lang="en-US" sz="800" baseline="0">
                <a:solidFill>
                  <a:schemeClr val="bg1"/>
                </a:solidFill>
              </a:rPr>
              <a:t>    </a:t>
            </a:r>
            <a:r>
              <a:rPr lang="en-US" sz="800">
                <a:solidFill>
                  <a:schemeClr val="bg1"/>
                </a:solidFill>
              </a:rPr>
              <a:t>|    </a:t>
            </a:r>
            <a:fld id="{BFD71CF8-5198-8441-A7C0-DC22FD64CBE4}" type="slidenum">
              <a:rPr lang="en-US" sz="80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bg1"/>
              </a:solidFill>
            </a:endParaRPr>
          </a:p>
        </p:txBody>
      </p:sp>
      <p:sp>
        <p:nvSpPr>
          <p:cNvPr id="10" name="Rectangle 9">
            <a:extLst>
              <a:ext uri="{FF2B5EF4-FFF2-40B4-BE49-F238E27FC236}">
                <a16:creationId xmlns:a16="http://schemas.microsoft.com/office/drawing/2014/main" id="{D0F8E801-C21C-E943-9A0D-715C66D645FB}"/>
              </a:ext>
            </a:extLst>
          </p:cNvPr>
          <p:cNvSpPr/>
          <p:nvPr userDrawn="1"/>
        </p:nvSpPr>
        <p:spPr>
          <a:xfrm>
            <a:off x="0" y="0"/>
            <a:ext cx="9144000" cy="41526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479425" y="583079"/>
            <a:ext cx="4642454" cy="1096963"/>
          </a:xfrm>
        </p:spPr>
        <p:txBody>
          <a:bodyPr lIns="0" tIns="73152" rIns="0" bIns="0">
            <a:noAutofit/>
          </a:bodyPr>
          <a:lstStyle>
            <a:lvl1pPr marL="0" indent="0">
              <a:buNone/>
              <a:defRPr sz="2000" b="0">
                <a:solidFill>
                  <a:schemeClr val="tx1"/>
                </a:solidFill>
              </a:defRPr>
            </a:lvl1pPr>
          </a:lstStyle>
          <a:p>
            <a:pPr lvl="0"/>
            <a:r>
              <a:rPr lang="en-US"/>
              <a:t>Supporting body text</a:t>
            </a:r>
          </a:p>
        </p:txBody>
      </p:sp>
    </p:spTree>
    <p:extLst>
      <p:ext uri="{BB962C8B-B14F-4D97-AF65-F5344CB8AC3E}">
        <p14:creationId xmlns:p14="http://schemas.microsoft.com/office/powerpoint/2010/main" val="37697994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ntent Slide - Half Blue 1">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152614"/>
            <a:ext cx="9144000" cy="99088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79425" y="4319771"/>
            <a:ext cx="3308350" cy="481299"/>
          </a:xfrm>
        </p:spPr>
        <p:txBody>
          <a:bodyPr lIns="0" tIns="0" rIns="0" bIns="0">
            <a:noAutofit/>
          </a:bodyPr>
          <a:lstStyle>
            <a:lvl1pPr marL="0" indent="0">
              <a:spcBef>
                <a:spcPts val="0"/>
              </a:spcBef>
              <a:buNone/>
              <a:defRPr sz="2800" b="1">
                <a:solidFill>
                  <a:schemeClr val="bg1"/>
                </a:solidFill>
              </a:defRPr>
            </a:lvl1pPr>
          </a:lstStyle>
          <a:p>
            <a:pPr lvl="0"/>
            <a:r>
              <a:rPr lang="en-US"/>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104657" y="4319771"/>
            <a:ext cx="4642454" cy="481299"/>
          </a:xfrm>
        </p:spPr>
        <p:txBody>
          <a:bodyPr lIns="0" tIns="73152" rIns="0" bIns="0">
            <a:noAutofit/>
          </a:bodyPr>
          <a:lstStyle>
            <a:lvl1pPr marL="0" indent="0">
              <a:buNone/>
              <a:defRPr sz="2000" b="0">
                <a:solidFill>
                  <a:schemeClr val="bg1"/>
                </a:solidFill>
              </a:defRPr>
            </a:lvl1pPr>
          </a:lstStyle>
          <a:p>
            <a:pPr lvl="0"/>
            <a:r>
              <a:rPr lang="en-US"/>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bg1"/>
                </a:solidFill>
              </a:rPr>
              <a:t>NREL</a:t>
            </a:r>
            <a:r>
              <a:rPr lang="en-US" sz="800" baseline="0">
                <a:solidFill>
                  <a:schemeClr val="bg1"/>
                </a:solidFill>
              </a:rPr>
              <a:t>    </a:t>
            </a:r>
            <a:r>
              <a:rPr lang="en-US" sz="800">
                <a:solidFill>
                  <a:schemeClr val="bg1"/>
                </a:solidFill>
              </a:rPr>
              <a:t>|    </a:t>
            </a:r>
            <a:fld id="{BFD71CF8-5198-8441-A7C0-DC22FD64CBE4}" type="slidenum">
              <a:rPr lang="en-US" sz="80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bg1"/>
              </a:solidFill>
            </a:endParaRPr>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479425" y="583079"/>
            <a:ext cx="4642454" cy="1096963"/>
          </a:xfrm>
        </p:spPr>
        <p:txBody>
          <a:bodyPr lIns="0" tIns="73152" rIns="0" bIns="0">
            <a:noAutofit/>
          </a:bodyPr>
          <a:lstStyle>
            <a:lvl1pPr marL="0" indent="0">
              <a:buNone/>
              <a:defRPr sz="2000" b="0">
                <a:solidFill>
                  <a:schemeClr val="tx1"/>
                </a:solidFill>
              </a:defRPr>
            </a:lvl1pPr>
          </a:lstStyle>
          <a:p>
            <a:pPr lvl="0"/>
            <a:r>
              <a:rPr lang="en-US"/>
              <a:t>Supporting body text</a:t>
            </a:r>
          </a:p>
        </p:txBody>
      </p:sp>
    </p:spTree>
    <p:extLst>
      <p:ext uri="{BB962C8B-B14F-4D97-AF65-F5344CB8AC3E}">
        <p14:creationId xmlns:p14="http://schemas.microsoft.com/office/powerpoint/2010/main" val="34140576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3226702" y="0"/>
            <a:ext cx="5917298" cy="5143500"/>
          </a:xfrm>
          <a:solidFill>
            <a:schemeClr val="bg1">
              <a:lumMod val="95000"/>
            </a:schemeClr>
          </a:solidFill>
        </p:spPr>
        <p:txBody>
          <a:bodyPr/>
          <a:lstStyle>
            <a:lvl1pPr marL="0" indent="0" algn="ctr">
              <a:buNone/>
              <a:defRPr/>
            </a:lvl1pPr>
          </a:lstStyle>
          <a:p>
            <a:r>
              <a:rPr lang="en-US"/>
              <a:t>Insert Photo or Graphic</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72234" y="505618"/>
            <a:ext cx="2532807" cy="1096963"/>
          </a:xfrm>
        </p:spPr>
        <p:txBody>
          <a:bodyPr lIns="0" tIns="0" rIns="0" bIns="0">
            <a:noAutofit/>
          </a:bodyPr>
          <a:lstStyle>
            <a:lvl1pPr marL="0" indent="0">
              <a:spcBef>
                <a:spcPts val="0"/>
              </a:spcBef>
              <a:buNone/>
              <a:defRPr sz="2400" b="1">
                <a:solidFill>
                  <a:schemeClr val="bg1"/>
                </a:solidFill>
              </a:defRPr>
            </a:lvl1pPr>
          </a:lstStyle>
          <a:p>
            <a:pPr lvl="0"/>
            <a:r>
              <a:rPr lang="en-US"/>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372234" y="3565927"/>
            <a:ext cx="2532807" cy="1096963"/>
          </a:xfrm>
        </p:spPr>
        <p:txBody>
          <a:bodyPr lIns="0" tIns="0" rIns="0" bIns="0" anchor="b">
            <a:noAutofit/>
          </a:bodyPr>
          <a:lstStyle>
            <a:lvl1pPr marL="0" indent="0">
              <a:buNone/>
              <a:defRPr sz="1800" b="0">
                <a:solidFill>
                  <a:schemeClr val="bg1"/>
                </a:solidFill>
              </a:defRPr>
            </a:lvl1pPr>
          </a:lstStyle>
          <a:p>
            <a:pPr lvl="0"/>
            <a:r>
              <a:rPr lang="en-US"/>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tx1"/>
                </a:solidFill>
              </a:rPr>
              <a:t>NREL</a:t>
            </a:r>
            <a:r>
              <a:rPr lang="en-US" sz="800" baseline="0">
                <a:solidFill>
                  <a:schemeClr val="tx1"/>
                </a:solidFill>
              </a:rPr>
              <a:t>    </a:t>
            </a:r>
            <a:r>
              <a:rPr lang="en-US" sz="80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tx1"/>
              </a:solidFill>
            </a:endParaRPr>
          </a:p>
        </p:txBody>
      </p:sp>
    </p:spTree>
    <p:extLst>
      <p:ext uri="{BB962C8B-B14F-4D97-AF65-F5344CB8AC3E}">
        <p14:creationId xmlns:p14="http://schemas.microsoft.com/office/powerpoint/2010/main" val="37711499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1499347" y="0"/>
            <a:ext cx="7644653" cy="5143500"/>
          </a:xfrm>
          <a:solidFill>
            <a:schemeClr val="bg1">
              <a:lumMod val="95000"/>
            </a:schemeClr>
          </a:solidFill>
        </p:spPr>
        <p:txBody>
          <a:bodyPr/>
          <a:lstStyle>
            <a:lvl1pPr marL="0" indent="0" algn="ctr">
              <a:buNone/>
              <a:defRPr/>
            </a:lvl1pPr>
          </a:lstStyle>
          <a:p>
            <a:r>
              <a:rPr lang="en-US"/>
              <a:t>Insert Photo or Graphic</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1" y="0"/>
            <a:ext cx="1499616"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286048" y="505618"/>
            <a:ext cx="985919" cy="1096963"/>
          </a:xfrm>
        </p:spPr>
        <p:txBody>
          <a:bodyPr lIns="0" tIns="0" rIns="0" bIns="0">
            <a:noAutofit/>
          </a:bodyPr>
          <a:lstStyle>
            <a:lvl1pPr marL="0" indent="0">
              <a:spcBef>
                <a:spcPts val="0"/>
              </a:spcBef>
              <a:buNone/>
              <a:defRPr sz="1800" b="0">
                <a:solidFill>
                  <a:schemeClr val="bg1"/>
                </a:solidFill>
              </a:defRPr>
            </a:lvl1pPr>
          </a:lstStyle>
          <a:p>
            <a:pPr lvl="0"/>
            <a:r>
              <a:rPr lang="en-US"/>
              <a:t>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tx1"/>
                </a:solidFill>
              </a:rPr>
              <a:t>NREL</a:t>
            </a:r>
            <a:r>
              <a:rPr lang="en-US" sz="800" baseline="0">
                <a:solidFill>
                  <a:schemeClr val="tx1"/>
                </a:solidFill>
              </a:rPr>
              <a:t>    </a:t>
            </a:r>
            <a:r>
              <a:rPr lang="en-US" sz="80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tx1"/>
              </a:solidFill>
            </a:endParaRPr>
          </a:p>
        </p:txBody>
      </p:sp>
    </p:spTree>
    <p:extLst>
      <p:ext uri="{BB962C8B-B14F-4D97-AF65-F5344CB8AC3E}">
        <p14:creationId xmlns:p14="http://schemas.microsoft.com/office/powerpoint/2010/main" val="34252317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7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749807" y="0"/>
            <a:ext cx="8394193" cy="5143500"/>
          </a:xfrm>
          <a:solidFill>
            <a:schemeClr val="bg1">
              <a:lumMod val="95000"/>
            </a:schemeClr>
          </a:solidFill>
        </p:spPr>
        <p:txBody>
          <a:bodyPr/>
          <a:lstStyle>
            <a:lvl1pPr marL="0" indent="0" algn="ctr">
              <a:buNone/>
              <a:defRPr/>
            </a:lvl1pPr>
          </a:lstStyle>
          <a:p>
            <a:r>
              <a:rPr lang="en-US"/>
              <a:t>Insert Photo or Graphic</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1" y="0"/>
            <a:ext cx="749808"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tx1"/>
                </a:solidFill>
              </a:rPr>
              <a:t>NREL</a:t>
            </a:r>
            <a:r>
              <a:rPr lang="en-US" sz="800" baseline="0">
                <a:solidFill>
                  <a:schemeClr val="tx1"/>
                </a:solidFill>
              </a:rPr>
              <a:t>    </a:t>
            </a:r>
            <a:r>
              <a:rPr lang="en-US" sz="80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tx1"/>
              </a:solidFill>
            </a:endParaRPr>
          </a:p>
        </p:txBody>
      </p:sp>
    </p:spTree>
    <p:extLst>
      <p:ext uri="{BB962C8B-B14F-4D97-AF65-F5344CB8AC3E}">
        <p14:creationId xmlns:p14="http://schemas.microsoft.com/office/powerpoint/2010/main" val="31503019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3226702" y="0"/>
            <a:ext cx="5917298"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72234" y="505618"/>
            <a:ext cx="2532807" cy="1096963"/>
          </a:xfrm>
        </p:spPr>
        <p:txBody>
          <a:bodyPr lIns="0" tIns="0" rIns="0" bIns="0">
            <a:noAutofit/>
          </a:bodyPr>
          <a:lstStyle>
            <a:lvl1pPr marL="0" indent="0">
              <a:spcBef>
                <a:spcPts val="0"/>
              </a:spcBef>
              <a:buNone/>
              <a:defRPr sz="2400" b="1">
                <a:solidFill>
                  <a:schemeClr val="bg1"/>
                </a:solidFill>
              </a:defRPr>
            </a:lvl1pPr>
          </a:lstStyle>
          <a:p>
            <a:pPr lvl="0"/>
            <a:r>
              <a:rPr lang="en-US"/>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372234" y="3565927"/>
            <a:ext cx="2532807" cy="1096963"/>
          </a:xfrm>
        </p:spPr>
        <p:txBody>
          <a:bodyPr lIns="0" tIns="0" rIns="0" bIns="0" anchor="b">
            <a:noAutofit/>
          </a:bodyPr>
          <a:lstStyle>
            <a:lvl1pPr marL="0" indent="0">
              <a:buNone/>
              <a:defRPr sz="1800" b="0">
                <a:solidFill>
                  <a:schemeClr val="bg1"/>
                </a:solidFill>
              </a:defRPr>
            </a:lvl1pPr>
          </a:lstStyle>
          <a:p>
            <a:pPr lvl="0"/>
            <a:r>
              <a:rPr lang="en-US"/>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tx1"/>
                </a:solidFill>
              </a:rPr>
              <a:t>NREL</a:t>
            </a:r>
            <a:r>
              <a:rPr lang="en-US" sz="800" baseline="0">
                <a:solidFill>
                  <a:schemeClr val="tx1"/>
                </a:solidFill>
              </a:rPr>
              <a:t>    </a:t>
            </a:r>
            <a:r>
              <a:rPr lang="en-US" sz="80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3864124" y="505617"/>
            <a:ext cx="4642454" cy="1096963"/>
          </a:xfrm>
        </p:spPr>
        <p:txBody>
          <a:bodyPr lIns="0" tIns="73152" rIns="0" bIns="0">
            <a:noAutofit/>
          </a:bodyPr>
          <a:lstStyle>
            <a:lvl1pPr marL="0" indent="0">
              <a:buNone/>
              <a:defRPr sz="2000" b="0">
                <a:solidFill>
                  <a:schemeClr val="tx1"/>
                </a:solidFill>
              </a:defRPr>
            </a:lvl1pPr>
          </a:lstStyle>
          <a:p>
            <a:pPr lvl="0"/>
            <a:r>
              <a:rPr lang="en-US"/>
              <a:t>Supporting body text</a:t>
            </a:r>
          </a:p>
        </p:txBody>
      </p:sp>
    </p:spTree>
    <p:extLst>
      <p:ext uri="{BB962C8B-B14F-4D97-AF65-F5344CB8AC3E}">
        <p14:creationId xmlns:p14="http://schemas.microsoft.com/office/powerpoint/2010/main" val="28509478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1499614" y="0"/>
            <a:ext cx="7644385"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tx1"/>
                </a:solidFill>
              </a:rPr>
              <a:t>NREL</a:t>
            </a:r>
            <a:r>
              <a:rPr lang="en-US" sz="800" baseline="0">
                <a:solidFill>
                  <a:schemeClr val="tx1"/>
                </a:solidFill>
              </a:rPr>
              <a:t>    </a:t>
            </a:r>
            <a:r>
              <a:rPr lang="en-US" sz="80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2137037" y="505617"/>
            <a:ext cx="4642454" cy="1096963"/>
          </a:xfrm>
        </p:spPr>
        <p:txBody>
          <a:bodyPr lIns="0" tIns="73152" rIns="0" bIns="0">
            <a:noAutofit/>
          </a:bodyPr>
          <a:lstStyle>
            <a:lvl1pPr marL="0" indent="0">
              <a:buNone/>
              <a:defRPr sz="2000" b="0">
                <a:solidFill>
                  <a:schemeClr val="tx1"/>
                </a:solidFill>
              </a:defRPr>
            </a:lvl1pPr>
          </a:lstStyle>
          <a:p>
            <a:pPr lvl="0"/>
            <a:r>
              <a:rPr lang="en-US"/>
              <a:t>Supporting body text</a:t>
            </a:r>
          </a:p>
        </p:txBody>
      </p:sp>
      <p:sp>
        <p:nvSpPr>
          <p:cNvPr id="12" name="Rectangle 11">
            <a:extLst>
              <a:ext uri="{FF2B5EF4-FFF2-40B4-BE49-F238E27FC236}">
                <a16:creationId xmlns:a16="http://schemas.microsoft.com/office/drawing/2014/main" id="{88E2A80C-EB6E-8C4C-AB43-79FC52672C2F}"/>
              </a:ext>
            </a:extLst>
          </p:cNvPr>
          <p:cNvSpPr/>
          <p:nvPr userDrawn="1"/>
        </p:nvSpPr>
        <p:spPr>
          <a:xfrm>
            <a:off x="-1" y="0"/>
            <a:ext cx="1499616"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 Placeholder 7">
            <a:extLst>
              <a:ext uri="{FF2B5EF4-FFF2-40B4-BE49-F238E27FC236}">
                <a16:creationId xmlns:a16="http://schemas.microsoft.com/office/drawing/2014/main" id="{7B2998EE-741E-8640-80ED-7C22B48449F9}"/>
              </a:ext>
            </a:extLst>
          </p:cNvPr>
          <p:cNvSpPr>
            <a:spLocks noGrp="1"/>
          </p:cNvSpPr>
          <p:nvPr>
            <p:ph type="body" sz="quarter" idx="51" hasCustomPrompt="1"/>
          </p:nvPr>
        </p:nvSpPr>
        <p:spPr>
          <a:xfrm>
            <a:off x="286048" y="505618"/>
            <a:ext cx="985919" cy="1096963"/>
          </a:xfrm>
        </p:spPr>
        <p:txBody>
          <a:bodyPr lIns="0" tIns="0" rIns="0" bIns="0">
            <a:noAutofit/>
          </a:bodyPr>
          <a:lstStyle>
            <a:lvl1pPr marL="0" indent="0">
              <a:spcBef>
                <a:spcPts val="0"/>
              </a:spcBef>
              <a:buNone/>
              <a:defRPr sz="1800" b="0">
                <a:solidFill>
                  <a:schemeClr val="bg1"/>
                </a:solidFill>
              </a:defRPr>
            </a:lvl1pPr>
          </a:lstStyle>
          <a:p>
            <a:pPr lvl="0"/>
            <a:r>
              <a:rPr lang="en-US"/>
              <a:t>text</a:t>
            </a:r>
          </a:p>
        </p:txBody>
      </p:sp>
    </p:spTree>
    <p:extLst>
      <p:ext uri="{BB962C8B-B14F-4D97-AF65-F5344CB8AC3E}">
        <p14:creationId xmlns:p14="http://schemas.microsoft.com/office/powerpoint/2010/main" val="6939404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8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749807" y="0"/>
            <a:ext cx="8394193"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tx1"/>
                </a:solidFill>
              </a:rPr>
              <a:t>NREL</a:t>
            </a:r>
            <a:r>
              <a:rPr lang="en-US" sz="800" baseline="0">
                <a:solidFill>
                  <a:schemeClr val="tx1"/>
                </a:solidFill>
              </a:rPr>
              <a:t>    </a:t>
            </a:r>
            <a:r>
              <a:rPr lang="en-US" sz="80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1387230" y="505617"/>
            <a:ext cx="4642454" cy="1096963"/>
          </a:xfrm>
        </p:spPr>
        <p:txBody>
          <a:bodyPr lIns="0" tIns="73152" rIns="0" bIns="0">
            <a:noAutofit/>
          </a:bodyPr>
          <a:lstStyle>
            <a:lvl1pPr marL="0" indent="0">
              <a:buNone/>
              <a:defRPr sz="2000" b="0">
                <a:solidFill>
                  <a:schemeClr val="tx1"/>
                </a:solidFill>
              </a:defRPr>
            </a:lvl1pPr>
          </a:lstStyle>
          <a:p>
            <a:pPr lvl="0"/>
            <a:r>
              <a:rPr lang="en-US"/>
              <a:t>Supporting body text</a:t>
            </a:r>
          </a:p>
        </p:txBody>
      </p:sp>
      <p:sp>
        <p:nvSpPr>
          <p:cNvPr id="8" name="Rectangle 7">
            <a:extLst>
              <a:ext uri="{FF2B5EF4-FFF2-40B4-BE49-F238E27FC236}">
                <a16:creationId xmlns:a16="http://schemas.microsoft.com/office/drawing/2014/main" id="{C6FB4065-B034-894F-B2AD-10DA51A4FF51}"/>
              </a:ext>
            </a:extLst>
          </p:cNvPr>
          <p:cNvSpPr/>
          <p:nvPr userDrawn="1"/>
        </p:nvSpPr>
        <p:spPr>
          <a:xfrm>
            <a:off x="-1" y="0"/>
            <a:ext cx="749808"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14152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Content Slide -  Vertical Blue/photo">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72234" y="505618"/>
            <a:ext cx="2532807" cy="1096963"/>
          </a:xfrm>
        </p:spPr>
        <p:txBody>
          <a:bodyPr lIns="0" tIns="0" rIns="0" bIns="0">
            <a:noAutofit/>
          </a:bodyPr>
          <a:lstStyle>
            <a:lvl1pPr marL="0" indent="0">
              <a:spcBef>
                <a:spcPts val="0"/>
              </a:spcBef>
              <a:buNone/>
              <a:defRPr sz="2400" b="1">
                <a:solidFill>
                  <a:schemeClr val="bg1"/>
                </a:solidFill>
              </a:defRPr>
            </a:lvl1pPr>
          </a:lstStyle>
          <a:p>
            <a:pPr lvl="0"/>
            <a:r>
              <a:rPr lang="en-US"/>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372234" y="3565927"/>
            <a:ext cx="2532807" cy="1096963"/>
          </a:xfrm>
        </p:spPr>
        <p:txBody>
          <a:bodyPr lIns="0" tIns="0" rIns="0" bIns="0" anchor="b">
            <a:noAutofit/>
          </a:bodyPr>
          <a:lstStyle>
            <a:lvl1pPr marL="0" indent="0">
              <a:buNone/>
              <a:defRPr sz="1800" b="0">
                <a:solidFill>
                  <a:schemeClr val="bg1"/>
                </a:solidFill>
              </a:defRPr>
            </a:lvl1pPr>
          </a:lstStyle>
          <a:p>
            <a:pPr lvl="0"/>
            <a:r>
              <a:rPr lang="en-US"/>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tx1"/>
                </a:solidFill>
              </a:rPr>
              <a:t>NREL</a:t>
            </a:r>
            <a:r>
              <a:rPr lang="en-US" sz="800" baseline="0">
                <a:solidFill>
                  <a:schemeClr val="tx1"/>
                </a:solidFill>
              </a:rPr>
              <a:t>    </a:t>
            </a:r>
            <a:r>
              <a:rPr lang="en-US" sz="80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tx1"/>
              </a:solidFill>
            </a:endParaRPr>
          </a:p>
        </p:txBody>
      </p:sp>
      <p:sp>
        <p:nvSpPr>
          <p:cNvPr id="11" name="Text Placeholder 7">
            <a:extLst>
              <a:ext uri="{FF2B5EF4-FFF2-40B4-BE49-F238E27FC236}">
                <a16:creationId xmlns:a16="http://schemas.microsoft.com/office/drawing/2014/main" id="{9D95246B-679C-0C47-B3E3-F6535A89622F}"/>
              </a:ext>
            </a:extLst>
          </p:cNvPr>
          <p:cNvSpPr>
            <a:spLocks noGrp="1"/>
          </p:cNvSpPr>
          <p:nvPr>
            <p:ph type="body" sz="quarter" idx="53" hasCustomPrompt="1"/>
          </p:nvPr>
        </p:nvSpPr>
        <p:spPr>
          <a:xfrm>
            <a:off x="3864124" y="505617"/>
            <a:ext cx="4642454" cy="1096963"/>
          </a:xfrm>
        </p:spPr>
        <p:txBody>
          <a:bodyPr lIns="0" tIns="73152" rIns="0" bIns="0">
            <a:noAutofit/>
          </a:bodyPr>
          <a:lstStyle>
            <a:lvl1pPr marL="0" indent="0">
              <a:buNone/>
              <a:defRPr sz="2000" b="0">
                <a:solidFill>
                  <a:schemeClr val="tx1"/>
                </a:solidFill>
              </a:defRPr>
            </a:lvl1pPr>
          </a:lstStyle>
          <a:p>
            <a:pPr lvl="0"/>
            <a:r>
              <a:rPr lang="en-US"/>
              <a:t>Supporting body text</a:t>
            </a:r>
          </a:p>
        </p:txBody>
      </p:sp>
    </p:spTree>
    <p:extLst>
      <p:ext uri="{BB962C8B-B14F-4D97-AF65-F5344CB8AC3E}">
        <p14:creationId xmlns:p14="http://schemas.microsoft.com/office/powerpoint/2010/main" val="22360900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_Content Slide -  Vertical Blue/photo">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tx1"/>
                </a:solidFill>
              </a:rPr>
              <a:t>NREL</a:t>
            </a:r>
            <a:r>
              <a:rPr lang="en-US" sz="800" baseline="0">
                <a:solidFill>
                  <a:schemeClr val="tx1"/>
                </a:solidFill>
              </a:rPr>
              <a:t>    </a:t>
            </a:r>
            <a:r>
              <a:rPr lang="en-US" sz="80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2137037" y="505617"/>
            <a:ext cx="4642454" cy="1096963"/>
          </a:xfrm>
        </p:spPr>
        <p:txBody>
          <a:bodyPr lIns="0" tIns="73152" rIns="0" bIns="0">
            <a:noAutofit/>
          </a:bodyPr>
          <a:lstStyle>
            <a:lvl1pPr marL="0" indent="0">
              <a:buNone/>
              <a:defRPr sz="2000" b="0">
                <a:solidFill>
                  <a:schemeClr val="tx1"/>
                </a:solidFill>
              </a:defRPr>
            </a:lvl1pPr>
          </a:lstStyle>
          <a:p>
            <a:pPr lvl="0"/>
            <a:r>
              <a:rPr lang="en-US"/>
              <a:t>Supporting body text</a:t>
            </a:r>
          </a:p>
        </p:txBody>
      </p:sp>
      <p:sp>
        <p:nvSpPr>
          <p:cNvPr id="12" name="Rectangle 11">
            <a:extLst>
              <a:ext uri="{FF2B5EF4-FFF2-40B4-BE49-F238E27FC236}">
                <a16:creationId xmlns:a16="http://schemas.microsoft.com/office/drawing/2014/main" id="{88E2A80C-EB6E-8C4C-AB43-79FC52672C2F}"/>
              </a:ext>
            </a:extLst>
          </p:cNvPr>
          <p:cNvSpPr/>
          <p:nvPr userDrawn="1"/>
        </p:nvSpPr>
        <p:spPr>
          <a:xfrm>
            <a:off x="-1" y="0"/>
            <a:ext cx="1499616"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 Placeholder 7">
            <a:extLst>
              <a:ext uri="{FF2B5EF4-FFF2-40B4-BE49-F238E27FC236}">
                <a16:creationId xmlns:a16="http://schemas.microsoft.com/office/drawing/2014/main" id="{7B2998EE-741E-8640-80ED-7C22B48449F9}"/>
              </a:ext>
            </a:extLst>
          </p:cNvPr>
          <p:cNvSpPr>
            <a:spLocks noGrp="1"/>
          </p:cNvSpPr>
          <p:nvPr>
            <p:ph type="body" sz="quarter" idx="51" hasCustomPrompt="1"/>
          </p:nvPr>
        </p:nvSpPr>
        <p:spPr>
          <a:xfrm>
            <a:off x="286048" y="505618"/>
            <a:ext cx="985919" cy="1096963"/>
          </a:xfrm>
        </p:spPr>
        <p:txBody>
          <a:bodyPr lIns="0" tIns="0" rIns="0" bIns="0">
            <a:noAutofit/>
          </a:bodyPr>
          <a:lstStyle>
            <a:lvl1pPr marL="0" indent="0">
              <a:spcBef>
                <a:spcPts val="0"/>
              </a:spcBef>
              <a:buNone/>
              <a:defRPr sz="1800" b="0">
                <a:solidFill>
                  <a:schemeClr val="bg1"/>
                </a:solidFill>
              </a:defRPr>
            </a:lvl1pPr>
          </a:lstStyle>
          <a:p>
            <a:pPr lvl="0"/>
            <a:r>
              <a:rPr lang="en-US"/>
              <a:t>text</a:t>
            </a:r>
          </a:p>
        </p:txBody>
      </p:sp>
    </p:spTree>
    <p:extLst>
      <p:ext uri="{BB962C8B-B14F-4D97-AF65-F5344CB8AC3E}">
        <p14:creationId xmlns:p14="http://schemas.microsoft.com/office/powerpoint/2010/main" val="35548849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Content Slide -  Vertical Blue/photo">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tx1"/>
                </a:solidFill>
              </a:rPr>
              <a:t>NREL</a:t>
            </a:r>
            <a:r>
              <a:rPr lang="en-US" sz="800" baseline="0">
                <a:solidFill>
                  <a:schemeClr val="tx1"/>
                </a:solidFill>
              </a:rPr>
              <a:t>    </a:t>
            </a:r>
            <a:r>
              <a:rPr lang="en-US" sz="80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1371600" y="505617"/>
            <a:ext cx="4642454" cy="1096963"/>
          </a:xfrm>
        </p:spPr>
        <p:txBody>
          <a:bodyPr lIns="0" tIns="73152" rIns="0" bIns="0">
            <a:noAutofit/>
          </a:bodyPr>
          <a:lstStyle>
            <a:lvl1pPr marL="0" indent="0">
              <a:buNone/>
              <a:defRPr sz="2000" b="0">
                <a:solidFill>
                  <a:schemeClr val="tx1"/>
                </a:solidFill>
              </a:defRPr>
            </a:lvl1pPr>
          </a:lstStyle>
          <a:p>
            <a:pPr lvl="0"/>
            <a:r>
              <a:rPr lang="en-US"/>
              <a:t>Supporting body text</a:t>
            </a:r>
          </a:p>
        </p:txBody>
      </p:sp>
      <p:sp>
        <p:nvSpPr>
          <p:cNvPr id="7" name="Rectangle 6">
            <a:extLst>
              <a:ext uri="{FF2B5EF4-FFF2-40B4-BE49-F238E27FC236}">
                <a16:creationId xmlns:a16="http://schemas.microsoft.com/office/drawing/2014/main" id="{CAF46C4D-EA55-834D-A1ED-486FAB3B53C7}"/>
              </a:ext>
            </a:extLst>
          </p:cNvPr>
          <p:cNvSpPr/>
          <p:nvPr userDrawn="1"/>
        </p:nvSpPr>
        <p:spPr>
          <a:xfrm>
            <a:off x="-1" y="0"/>
            <a:ext cx="749808"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44488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3226702" y="0"/>
            <a:ext cx="5917298" cy="2571750"/>
          </a:xfrm>
          <a:solidFill>
            <a:schemeClr val="bg1"/>
          </a:solidFill>
        </p:spPr>
        <p:txBody>
          <a:bodyPr/>
          <a:lstStyle>
            <a:lvl1pPr marL="0" indent="0" algn="ctr">
              <a:buNone/>
              <a:defRPr/>
            </a:lvl1pPr>
          </a:lstStyle>
          <a:p>
            <a:r>
              <a:rPr lang="en-US"/>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3226702" y="2571750"/>
            <a:ext cx="5917298" cy="2571750"/>
          </a:xfrm>
          <a:solidFill>
            <a:schemeClr val="bg1">
              <a:lumMod val="95000"/>
            </a:schemeClr>
          </a:solidFill>
          <a:effectLst/>
        </p:spPr>
        <p:txBody>
          <a:bodyPr lIns="365760" tIns="365760" rIns="365760" bIns="640080">
            <a:noAutofit/>
          </a:bodyPr>
          <a:lstStyle>
            <a:lvl1pPr marL="0" indent="0">
              <a:buNone/>
              <a:defRPr sz="1600"/>
            </a:lvl1pPr>
            <a:lvl2pPr>
              <a:defRPr sz="1600"/>
            </a:lvl2pPr>
            <a:lvl3pPr>
              <a:defRPr sz="1600"/>
            </a:lvl3pPr>
            <a:lvl4pPr>
              <a:defRPr sz="1600"/>
            </a:lvl4pPr>
            <a:lvl5pPr>
              <a:defRPr sz="1600"/>
            </a:lvl5pPr>
          </a:lstStyle>
          <a:p>
            <a:pPr lvl="0"/>
            <a:r>
              <a:rPr lang="en-US"/>
              <a:t>Body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72234" y="505618"/>
            <a:ext cx="2532807" cy="1096963"/>
          </a:xfrm>
        </p:spPr>
        <p:txBody>
          <a:bodyPr lIns="0" tIns="0" rIns="0" bIns="0">
            <a:noAutofit/>
          </a:bodyPr>
          <a:lstStyle>
            <a:lvl1pPr marL="0" indent="0">
              <a:spcBef>
                <a:spcPts val="0"/>
              </a:spcBef>
              <a:buNone/>
              <a:defRPr sz="2400" b="1">
                <a:solidFill>
                  <a:schemeClr val="bg1"/>
                </a:solidFill>
              </a:defRPr>
            </a:lvl1pPr>
          </a:lstStyle>
          <a:p>
            <a:pPr lvl="0"/>
            <a:r>
              <a:rPr lang="en-US"/>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372234" y="3565927"/>
            <a:ext cx="2532807" cy="1096963"/>
          </a:xfrm>
        </p:spPr>
        <p:txBody>
          <a:bodyPr lIns="0" tIns="0" rIns="0" bIns="0" anchor="b">
            <a:noAutofit/>
          </a:bodyPr>
          <a:lstStyle>
            <a:lvl1pPr marL="0" indent="0">
              <a:buNone/>
              <a:defRPr sz="1800" b="0">
                <a:solidFill>
                  <a:schemeClr val="bg1"/>
                </a:solidFill>
              </a:defRPr>
            </a:lvl1pPr>
          </a:lstStyle>
          <a:p>
            <a:pPr lvl="0"/>
            <a:r>
              <a:rPr lang="en-US"/>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tx1"/>
                </a:solidFill>
              </a:rPr>
              <a:t>NREL</a:t>
            </a:r>
            <a:r>
              <a:rPr lang="en-US" sz="800" baseline="0">
                <a:solidFill>
                  <a:schemeClr val="tx1"/>
                </a:solidFill>
              </a:rPr>
              <a:t>    </a:t>
            </a:r>
            <a:r>
              <a:rPr lang="en-US" sz="80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tx1"/>
              </a:solidFill>
            </a:endParaRPr>
          </a:p>
        </p:txBody>
      </p:sp>
    </p:spTree>
    <p:extLst>
      <p:ext uri="{BB962C8B-B14F-4D97-AF65-F5344CB8AC3E}">
        <p14:creationId xmlns:p14="http://schemas.microsoft.com/office/powerpoint/2010/main" val="38591145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1499615" y="0"/>
            <a:ext cx="7644385" cy="2571750"/>
          </a:xfrm>
          <a:solidFill>
            <a:schemeClr val="bg1"/>
          </a:solidFill>
        </p:spPr>
        <p:txBody>
          <a:bodyPr/>
          <a:lstStyle>
            <a:lvl1pPr marL="0" indent="0" algn="ctr">
              <a:buNone/>
              <a:defRPr/>
            </a:lvl1pPr>
          </a:lstStyle>
          <a:p>
            <a:r>
              <a:rPr lang="en-US"/>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1499615" y="2571750"/>
            <a:ext cx="7644385" cy="2571750"/>
          </a:xfrm>
          <a:solidFill>
            <a:schemeClr val="bg1">
              <a:lumMod val="95000"/>
            </a:schemeClr>
          </a:solidFill>
          <a:effectLst/>
        </p:spPr>
        <p:txBody>
          <a:bodyPr lIns="365760" tIns="365760" rIns="365760" bIns="640080">
            <a:noAutofit/>
          </a:bodyPr>
          <a:lstStyle>
            <a:lvl1pPr marL="0" indent="0">
              <a:buNone/>
              <a:defRPr sz="1600"/>
            </a:lvl1pPr>
            <a:lvl2pPr>
              <a:defRPr sz="1600"/>
            </a:lvl2pPr>
            <a:lvl3pPr>
              <a:defRPr sz="1600"/>
            </a:lvl3pPr>
            <a:lvl4pPr>
              <a:defRPr sz="1600"/>
            </a:lvl4pPr>
            <a:lvl5pPr>
              <a:defRPr sz="1600"/>
            </a:lvl5pPr>
          </a:lstStyle>
          <a:p>
            <a:pPr lvl="0"/>
            <a:r>
              <a:rPr lang="en-US"/>
              <a:t>Body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tx1"/>
                </a:solidFill>
              </a:rPr>
              <a:t>NREL</a:t>
            </a:r>
            <a:r>
              <a:rPr lang="en-US" sz="800" baseline="0">
                <a:solidFill>
                  <a:schemeClr val="tx1"/>
                </a:solidFill>
              </a:rPr>
              <a:t>    </a:t>
            </a:r>
            <a:r>
              <a:rPr lang="en-US" sz="80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tx1"/>
              </a:solidFill>
            </a:endParaRPr>
          </a:p>
        </p:txBody>
      </p:sp>
      <p:sp>
        <p:nvSpPr>
          <p:cNvPr id="11" name="Rectangle 10">
            <a:extLst>
              <a:ext uri="{FF2B5EF4-FFF2-40B4-BE49-F238E27FC236}">
                <a16:creationId xmlns:a16="http://schemas.microsoft.com/office/drawing/2014/main" id="{4ABA21AF-1C86-484E-8C81-8214908BC04B}"/>
              </a:ext>
            </a:extLst>
          </p:cNvPr>
          <p:cNvSpPr/>
          <p:nvPr userDrawn="1"/>
        </p:nvSpPr>
        <p:spPr>
          <a:xfrm>
            <a:off x="-1" y="0"/>
            <a:ext cx="1499616"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 Placeholder 7">
            <a:extLst>
              <a:ext uri="{FF2B5EF4-FFF2-40B4-BE49-F238E27FC236}">
                <a16:creationId xmlns:a16="http://schemas.microsoft.com/office/drawing/2014/main" id="{F6D85388-BAE4-4F43-AA76-E25591032497}"/>
              </a:ext>
            </a:extLst>
          </p:cNvPr>
          <p:cNvSpPr>
            <a:spLocks noGrp="1"/>
          </p:cNvSpPr>
          <p:nvPr>
            <p:ph type="body" sz="quarter" idx="51" hasCustomPrompt="1"/>
          </p:nvPr>
        </p:nvSpPr>
        <p:spPr>
          <a:xfrm>
            <a:off x="286048" y="505618"/>
            <a:ext cx="985919" cy="1096963"/>
          </a:xfrm>
        </p:spPr>
        <p:txBody>
          <a:bodyPr lIns="0" tIns="0" rIns="0" bIns="0">
            <a:noAutofit/>
          </a:bodyPr>
          <a:lstStyle>
            <a:lvl1pPr marL="0" indent="0">
              <a:spcBef>
                <a:spcPts val="0"/>
              </a:spcBef>
              <a:buNone/>
              <a:defRPr sz="1800" b="0">
                <a:solidFill>
                  <a:schemeClr val="bg1"/>
                </a:solidFill>
              </a:defRPr>
            </a:lvl1pPr>
          </a:lstStyle>
          <a:p>
            <a:pPr lvl="0"/>
            <a:r>
              <a:rPr lang="en-US"/>
              <a:t>text</a:t>
            </a:r>
          </a:p>
        </p:txBody>
      </p:sp>
    </p:spTree>
    <p:extLst>
      <p:ext uri="{BB962C8B-B14F-4D97-AF65-F5344CB8AC3E}">
        <p14:creationId xmlns:p14="http://schemas.microsoft.com/office/powerpoint/2010/main" val="36206487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5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749807" y="0"/>
            <a:ext cx="8394193" cy="2571750"/>
          </a:xfrm>
          <a:solidFill>
            <a:schemeClr val="bg1"/>
          </a:solidFill>
        </p:spPr>
        <p:txBody>
          <a:bodyPr/>
          <a:lstStyle>
            <a:lvl1pPr marL="0" indent="0" algn="ctr">
              <a:buNone/>
              <a:defRPr/>
            </a:lvl1pPr>
          </a:lstStyle>
          <a:p>
            <a:r>
              <a:rPr lang="en-US"/>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749807" y="2571750"/>
            <a:ext cx="8394193" cy="2571750"/>
          </a:xfrm>
          <a:solidFill>
            <a:schemeClr val="bg1">
              <a:lumMod val="95000"/>
            </a:schemeClr>
          </a:solidFill>
          <a:effectLst/>
        </p:spPr>
        <p:txBody>
          <a:bodyPr lIns="365760" tIns="365760" rIns="365760" bIns="640080">
            <a:noAutofit/>
          </a:bodyPr>
          <a:lstStyle>
            <a:lvl1pPr marL="0" indent="0">
              <a:buNone/>
              <a:defRPr sz="1600"/>
            </a:lvl1pPr>
            <a:lvl2pPr>
              <a:defRPr sz="1600"/>
            </a:lvl2pPr>
            <a:lvl3pPr>
              <a:defRPr sz="1600"/>
            </a:lvl3pPr>
            <a:lvl4pPr>
              <a:defRPr sz="1600"/>
            </a:lvl4pPr>
            <a:lvl5pPr>
              <a:defRPr sz="1600"/>
            </a:lvl5pPr>
          </a:lstStyle>
          <a:p>
            <a:pPr lvl="0"/>
            <a:r>
              <a:rPr lang="en-US"/>
              <a:t>Body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tx1"/>
                </a:solidFill>
              </a:rPr>
              <a:t>NREL</a:t>
            </a:r>
            <a:r>
              <a:rPr lang="en-US" sz="800" baseline="0">
                <a:solidFill>
                  <a:schemeClr val="tx1"/>
                </a:solidFill>
              </a:rPr>
              <a:t>    </a:t>
            </a:r>
            <a:r>
              <a:rPr lang="en-US" sz="80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tx1"/>
              </a:solidFill>
            </a:endParaRPr>
          </a:p>
        </p:txBody>
      </p:sp>
      <p:sp>
        <p:nvSpPr>
          <p:cNvPr id="8" name="Rectangle 7">
            <a:extLst>
              <a:ext uri="{FF2B5EF4-FFF2-40B4-BE49-F238E27FC236}">
                <a16:creationId xmlns:a16="http://schemas.microsoft.com/office/drawing/2014/main" id="{199804E5-74BF-BD47-85E5-EA49688872F8}"/>
              </a:ext>
            </a:extLst>
          </p:cNvPr>
          <p:cNvSpPr/>
          <p:nvPr userDrawn="1"/>
        </p:nvSpPr>
        <p:spPr>
          <a:xfrm>
            <a:off x="-1" y="0"/>
            <a:ext cx="749808"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91711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3226702" y="2571750"/>
            <a:ext cx="5917298" cy="2571750"/>
          </a:xfrm>
          <a:solidFill>
            <a:schemeClr val="bg1">
              <a:lumMod val="95000"/>
            </a:schemeClr>
          </a:solidFill>
          <a:effectLst/>
        </p:spPr>
        <p:txBody>
          <a:bodyPr lIns="365760" tIns="365760" rIns="365760" bIns="640080">
            <a:noAutofit/>
          </a:bodyPr>
          <a:lstStyle>
            <a:lvl1pPr marL="0" indent="0">
              <a:buNone/>
              <a:defRPr sz="1600"/>
            </a:lvl1pPr>
            <a:lvl2pPr>
              <a:defRPr sz="1600"/>
            </a:lvl2pPr>
            <a:lvl3pPr>
              <a:defRPr sz="1600"/>
            </a:lvl3pPr>
            <a:lvl4pPr>
              <a:defRPr sz="1600"/>
            </a:lvl4pPr>
            <a:lvl5pPr>
              <a:defRPr sz="1600"/>
            </a:lvl5pPr>
          </a:lstStyle>
          <a:p>
            <a:pPr lvl="0"/>
            <a:r>
              <a:rPr lang="en-US"/>
              <a:t>Body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72234" y="505618"/>
            <a:ext cx="2532807" cy="1096963"/>
          </a:xfrm>
        </p:spPr>
        <p:txBody>
          <a:bodyPr lIns="0" tIns="0" rIns="0" bIns="0">
            <a:noAutofit/>
          </a:bodyPr>
          <a:lstStyle>
            <a:lvl1pPr marL="0" indent="0">
              <a:spcBef>
                <a:spcPts val="0"/>
              </a:spcBef>
              <a:buNone/>
              <a:defRPr sz="2400" b="1">
                <a:solidFill>
                  <a:schemeClr val="bg1"/>
                </a:solidFill>
              </a:defRPr>
            </a:lvl1pPr>
          </a:lstStyle>
          <a:p>
            <a:pPr lvl="0"/>
            <a:r>
              <a:rPr lang="en-US"/>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372234" y="3565927"/>
            <a:ext cx="2532807" cy="1096963"/>
          </a:xfrm>
        </p:spPr>
        <p:txBody>
          <a:bodyPr lIns="0" tIns="0" rIns="0" bIns="0" anchor="b">
            <a:noAutofit/>
          </a:bodyPr>
          <a:lstStyle>
            <a:lvl1pPr marL="0" indent="0">
              <a:buNone/>
              <a:defRPr sz="1800" b="0">
                <a:solidFill>
                  <a:schemeClr val="bg1"/>
                </a:solidFill>
              </a:defRPr>
            </a:lvl1pPr>
          </a:lstStyle>
          <a:p>
            <a:pPr lvl="0"/>
            <a:r>
              <a:rPr lang="en-US"/>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tx1"/>
                </a:solidFill>
              </a:rPr>
              <a:t>NREL</a:t>
            </a:r>
            <a:r>
              <a:rPr lang="en-US" sz="800" baseline="0">
                <a:solidFill>
                  <a:schemeClr val="tx1"/>
                </a:solidFill>
              </a:rPr>
              <a:t>    </a:t>
            </a:r>
            <a:r>
              <a:rPr lang="en-US" sz="80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3648971" y="505617"/>
            <a:ext cx="4642454" cy="1096963"/>
          </a:xfrm>
        </p:spPr>
        <p:txBody>
          <a:bodyPr lIns="0" tIns="73152" rIns="0" bIns="0">
            <a:noAutofit/>
          </a:bodyPr>
          <a:lstStyle>
            <a:lvl1pPr marL="0" indent="0">
              <a:buNone/>
              <a:defRPr sz="2000" b="0">
                <a:solidFill>
                  <a:schemeClr val="tx1"/>
                </a:solidFill>
              </a:defRPr>
            </a:lvl1pPr>
          </a:lstStyle>
          <a:p>
            <a:pPr lvl="0"/>
            <a:r>
              <a:rPr lang="en-US"/>
              <a:t>Supporting body text</a:t>
            </a:r>
          </a:p>
        </p:txBody>
      </p:sp>
    </p:spTree>
    <p:extLst>
      <p:ext uri="{BB962C8B-B14F-4D97-AF65-F5344CB8AC3E}">
        <p14:creationId xmlns:p14="http://schemas.microsoft.com/office/powerpoint/2010/main" val="366657625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1499614" y="2571750"/>
            <a:ext cx="7644385" cy="2571750"/>
          </a:xfrm>
          <a:solidFill>
            <a:schemeClr val="bg1">
              <a:lumMod val="95000"/>
            </a:schemeClr>
          </a:solidFill>
          <a:effectLst/>
        </p:spPr>
        <p:txBody>
          <a:bodyPr lIns="365760" tIns="365760" rIns="365760" bIns="640080">
            <a:noAutofit/>
          </a:bodyPr>
          <a:lstStyle>
            <a:lvl1pPr marL="0" indent="0">
              <a:buNone/>
              <a:defRPr sz="1600"/>
            </a:lvl1pPr>
            <a:lvl2pPr>
              <a:defRPr sz="1600"/>
            </a:lvl2pPr>
            <a:lvl3pPr>
              <a:defRPr sz="1600"/>
            </a:lvl3pPr>
            <a:lvl4pPr>
              <a:defRPr sz="1600"/>
            </a:lvl4pPr>
            <a:lvl5pPr>
              <a:defRPr sz="1600"/>
            </a:lvl5pPr>
          </a:lstStyle>
          <a:p>
            <a:pPr lvl="0"/>
            <a:r>
              <a:rPr lang="en-US"/>
              <a:t>Body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tx1"/>
                </a:solidFill>
              </a:rPr>
              <a:t>NREL</a:t>
            </a:r>
            <a:r>
              <a:rPr lang="en-US" sz="800" baseline="0">
                <a:solidFill>
                  <a:schemeClr val="tx1"/>
                </a:solidFill>
              </a:rPr>
              <a:t>    </a:t>
            </a:r>
            <a:r>
              <a:rPr lang="en-US" sz="80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1921884" y="505617"/>
            <a:ext cx="4642454" cy="1096963"/>
          </a:xfrm>
        </p:spPr>
        <p:txBody>
          <a:bodyPr lIns="0" tIns="73152" rIns="0" bIns="0">
            <a:noAutofit/>
          </a:bodyPr>
          <a:lstStyle>
            <a:lvl1pPr marL="0" indent="0">
              <a:buNone/>
              <a:defRPr sz="2000" b="0">
                <a:solidFill>
                  <a:schemeClr val="tx1"/>
                </a:solidFill>
              </a:defRPr>
            </a:lvl1pPr>
          </a:lstStyle>
          <a:p>
            <a:pPr lvl="0"/>
            <a:r>
              <a:rPr lang="en-US"/>
              <a:t>Supporting body text</a:t>
            </a:r>
          </a:p>
        </p:txBody>
      </p:sp>
      <p:sp>
        <p:nvSpPr>
          <p:cNvPr id="12" name="Rectangle 11">
            <a:extLst>
              <a:ext uri="{FF2B5EF4-FFF2-40B4-BE49-F238E27FC236}">
                <a16:creationId xmlns:a16="http://schemas.microsoft.com/office/drawing/2014/main" id="{8FAAD8C3-A811-7F49-ABE6-460F673A0377}"/>
              </a:ext>
            </a:extLst>
          </p:cNvPr>
          <p:cNvSpPr/>
          <p:nvPr userDrawn="1"/>
        </p:nvSpPr>
        <p:spPr>
          <a:xfrm>
            <a:off x="-1" y="0"/>
            <a:ext cx="1499616"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 Placeholder 7">
            <a:extLst>
              <a:ext uri="{FF2B5EF4-FFF2-40B4-BE49-F238E27FC236}">
                <a16:creationId xmlns:a16="http://schemas.microsoft.com/office/drawing/2014/main" id="{0B0CD720-AECF-2546-AD56-838BD33350C3}"/>
              </a:ext>
            </a:extLst>
          </p:cNvPr>
          <p:cNvSpPr>
            <a:spLocks noGrp="1"/>
          </p:cNvSpPr>
          <p:nvPr>
            <p:ph type="body" sz="quarter" idx="51" hasCustomPrompt="1"/>
          </p:nvPr>
        </p:nvSpPr>
        <p:spPr>
          <a:xfrm>
            <a:off x="286048" y="505618"/>
            <a:ext cx="985919" cy="1096963"/>
          </a:xfrm>
        </p:spPr>
        <p:txBody>
          <a:bodyPr lIns="0" tIns="0" rIns="0" bIns="0">
            <a:noAutofit/>
          </a:bodyPr>
          <a:lstStyle>
            <a:lvl1pPr marL="0" indent="0">
              <a:spcBef>
                <a:spcPts val="0"/>
              </a:spcBef>
              <a:buNone/>
              <a:defRPr sz="1800" b="0">
                <a:solidFill>
                  <a:schemeClr val="bg1"/>
                </a:solidFill>
              </a:defRPr>
            </a:lvl1pPr>
          </a:lstStyle>
          <a:p>
            <a:pPr lvl="0"/>
            <a:r>
              <a:rPr lang="en-US"/>
              <a:t>text</a:t>
            </a:r>
          </a:p>
        </p:txBody>
      </p:sp>
    </p:spTree>
    <p:extLst>
      <p:ext uri="{BB962C8B-B14F-4D97-AF65-F5344CB8AC3E}">
        <p14:creationId xmlns:p14="http://schemas.microsoft.com/office/powerpoint/2010/main" val="420094200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749807" y="2571750"/>
            <a:ext cx="8394193" cy="2571750"/>
          </a:xfrm>
          <a:solidFill>
            <a:schemeClr val="bg1">
              <a:lumMod val="95000"/>
            </a:schemeClr>
          </a:solidFill>
          <a:effectLst/>
        </p:spPr>
        <p:txBody>
          <a:bodyPr lIns="365760" tIns="365760" rIns="365760" bIns="640080">
            <a:noAutofit/>
          </a:bodyPr>
          <a:lstStyle>
            <a:lvl1pPr marL="0" indent="0">
              <a:buNone/>
              <a:defRPr sz="1600"/>
            </a:lvl1pPr>
            <a:lvl2pPr>
              <a:defRPr sz="1600"/>
            </a:lvl2pPr>
            <a:lvl3pPr>
              <a:defRPr sz="1600"/>
            </a:lvl3pPr>
            <a:lvl4pPr>
              <a:defRPr sz="1600"/>
            </a:lvl4pPr>
            <a:lvl5pPr>
              <a:defRPr sz="1600"/>
            </a:lvl5pPr>
          </a:lstStyle>
          <a:p>
            <a:pPr lvl="0"/>
            <a:r>
              <a:rPr lang="en-US"/>
              <a:t>Body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solidFill>
                  <a:schemeClr val="tx1"/>
                </a:solidFill>
              </a:rPr>
              <a:t>NREL</a:t>
            </a:r>
            <a:r>
              <a:rPr lang="en-US" sz="800" baseline="0">
                <a:solidFill>
                  <a:schemeClr val="tx1"/>
                </a:solidFill>
              </a:rPr>
              <a:t>    </a:t>
            </a:r>
            <a:r>
              <a:rPr lang="en-US" sz="80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1172077" y="505617"/>
            <a:ext cx="4642454" cy="1096963"/>
          </a:xfrm>
        </p:spPr>
        <p:txBody>
          <a:bodyPr lIns="0" tIns="73152" rIns="0" bIns="0">
            <a:noAutofit/>
          </a:bodyPr>
          <a:lstStyle>
            <a:lvl1pPr marL="0" indent="0">
              <a:buNone/>
              <a:defRPr sz="2000" b="0">
                <a:solidFill>
                  <a:schemeClr val="tx1"/>
                </a:solidFill>
              </a:defRPr>
            </a:lvl1pPr>
          </a:lstStyle>
          <a:p>
            <a:pPr lvl="0"/>
            <a:r>
              <a:rPr lang="en-US"/>
              <a:t>Supporting body text</a:t>
            </a:r>
          </a:p>
        </p:txBody>
      </p:sp>
      <p:sp>
        <p:nvSpPr>
          <p:cNvPr id="8" name="Rectangle 7">
            <a:extLst>
              <a:ext uri="{FF2B5EF4-FFF2-40B4-BE49-F238E27FC236}">
                <a16:creationId xmlns:a16="http://schemas.microsoft.com/office/drawing/2014/main" id="{D9F44E30-1CE7-304C-AF61-09BD499EEA25}"/>
              </a:ext>
            </a:extLst>
          </p:cNvPr>
          <p:cNvSpPr/>
          <p:nvPr userDrawn="1"/>
        </p:nvSpPr>
        <p:spPr>
          <a:xfrm>
            <a:off x="-1" y="0"/>
            <a:ext cx="749808"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19074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Slide - Multip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Photo Slide</a:t>
            </a:r>
          </a:p>
        </p:txBody>
      </p:sp>
      <p:sp>
        <p:nvSpPr>
          <p:cNvPr id="3" name="Picture Placeholder 2"/>
          <p:cNvSpPr>
            <a:spLocks noGrp="1"/>
          </p:cNvSpPr>
          <p:nvPr>
            <p:ph type="pic" sz="quarter" idx="21" hasCustomPrompt="1"/>
          </p:nvPr>
        </p:nvSpPr>
        <p:spPr>
          <a:xfrm>
            <a:off x="457200" y="1391881"/>
            <a:ext cx="4123076" cy="2542392"/>
          </a:xfrm>
          <a:prstGeom prst="rect">
            <a:avLst/>
          </a:prstGeom>
          <a:solidFill>
            <a:schemeClr val="bg1">
              <a:lumMod val="85000"/>
            </a:schemeClr>
          </a:solidFill>
        </p:spPr>
        <p:txBody>
          <a:bodyPr vert="horz"/>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r>
              <a:rPr lang="en-US"/>
              <a:t>Insert Photo</a:t>
            </a:r>
          </a:p>
        </p:txBody>
      </p:sp>
      <p:sp>
        <p:nvSpPr>
          <p:cNvPr id="4" name="Text Placeholder 27"/>
          <p:cNvSpPr>
            <a:spLocks noGrp="1"/>
          </p:cNvSpPr>
          <p:nvPr>
            <p:ph type="body" sz="quarter" idx="20" hasCustomPrompt="1"/>
          </p:nvPr>
        </p:nvSpPr>
        <p:spPr>
          <a:xfrm>
            <a:off x="457200" y="4090975"/>
            <a:ext cx="4123076" cy="727263"/>
          </a:xfrm>
          <a:prstGeom prst="rect">
            <a:avLst/>
          </a:prstGeom>
        </p:spPr>
        <p:txBody>
          <a:bodyPr vert="horz" lIns="0" tIns="0" rIns="0" bIns="0" anchor="t" anchorCtr="0"/>
          <a:lstStyle>
            <a:lvl1pPr marL="0" indent="0">
              <a:spcBef>
                <a:spcPts val="1000"/>
              </a:spcBef>
              <a:buFont typeface="Arial"/>
              <a:buNone/>
              <a:defRPr sz="1800" baseline="0"/>
            </a:lvl1pPr>
          </a:lstStyle>
          <a:p>
            <a:pPr lvl="0"/>
            <a:r>
              <a:rPr lang="en-US"/>
              <a:t>Description of the photo/image</a:t>
            </a:r>
          </a:p>
        </p:txBody>
      </p:sp>
      <p:sp>
        <p:nvSpPr>
          <p:cNvPr id="6" name="Picture Placeholder 2"/>
          <p:cNvSpPr>
            <a:spLocks noGrp="1"/>
          </p:cNvSpPr>
          <p:nvPr>
            <p:ph type="pic" sz="quarter" idx="22" hasCustomPrompt="1"/>
          </p:nvPr>
        </p:nvSpPr>
        <p:spPr>
          <a:xfrm>
            <a:off x="4825308" y="182880"/>
            <a:ext cx="3871998" cy="2095512"/>
          </a:xfrm>
          <a:prstGeom prst="rect">
            <a:avLst/>
          </a:prstGeom>
          <a:solidFill>
            <a:schemeClr val="bg1">
              <a:lumMod val="85000"/>
            </a:schemeClr>
          </a:solidFill>
        </p:spPr>
        <p:txBody>
          <a:bodyPr vert="horz"/>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r>
              <a:rPr lang="en-US"/>
              <a:t>Insert Photo</a:t>
            </a:r>
          </a:p>
        </p:txBody>
      </p:sp>
      <p:sp>
        <p:nvSpPr>
          <p:cNvPr id="7" name="Picture Placeholder 2"/>
          <p:cNvSpPr>
            <a:spLocks noGrp="1"/>
          </p:cNvSpPr>
          <p:nvPr>
            <p:ph type="pic" sz="quarter" idx="23" hasCustomPrompt="1"/>
          </p:nvPr>
        </p:nvSpPr>
        <p:spPr>
          <a:xfrm>
            <a:off x="4825308" y="2479946"/>
            <a:ext cx="3871998" cy="2338291"/>
          </a:xfrm>
          <a:prstGeom prst="rect">
            <a:avLst/>
          </a:prstGeom>
          <a:solidFill>
            <a:schemeClr val="bg1">
              <a:lumMod val="85000"/>
            </a:schemeClr>
          </a:solidFill>
        </p:spPr>
        <p:txBody>
          <a:bodyPr vert="horz"/>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r>
              <a:rPr lang="en-US"/>
              <a:t>Insert Photo</a:t>
            </a:r>
          </a:p>
        </p:txBody>
      </p:sp>
      <p:sp>
        <p:nvSpPr>
          <p:cNvPr id="8" name="TextBox 7"/>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Tree>
    <p:extLst>
      <p:ext uri="{BB962C8B-B14F-4D97-AF65-F5344CB8AC3E}">
        <p14:creationId xmlns:p14="http://schemas.microsoft.com/office/powerpoint/2010/main" val="6345954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3673164" y="410296"/>
            <a:ext cx="4606372" cy="1348326"/>
          </a:xfrm>
        </p:spPr>
        <p:txBody>
          <a:bodyPr anchor="b" anchorCtr="0">
            <a:noAutofit/>
          </a:bodyPr>
          <a:lstStyle>
            <a:lvl1pPr marL="0" indent="0">
              <a:buNone/>
              <a:defRPr sz="4000" baseline="0"/>
            </a:lvl1pPr>
          </a:lstStyle>
          <a:p>
            <a:pPr lvl="0"/>
            <a:r>
              <a:rPr lang="en-US"/>
              <a:t>Q&amp;A or Thank You</a:t>
            </a:r>
          </a:p>
        </p:txBody>
      </p:sp>
      <p:cxnSp>
        <p:nvCxnSpPr>
          <p:cNvPr id="4" name="Straight Connector 3"/>
          <p:cNvCxnSpPr/>
          <p:nvPr userDrawn="1"/>
        </p:nvCxnSpPr>
        <p:spPr>
          <a:xfrm>
            <a:off x="3741647" y="1939062"/>
            <a:ext cx="4955659"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3673071" y="2588317"/>
            <a:ext cx="4607032" cy="336156"/>
          </a:xfrm>
        </p:spPr>
        <p:txBody>
          <a:bodyPr>
            <a:noAutofit/>
          </a:bodyPr>
          <a:lstStyle>
            <a:lvl1pPr marL="0" indent="0">
              <a:spcBef>
                <a:spcPts val="400"/>
              </a:spcBef>
              <a:buNone/>
              <a:defRPr sz="1000" baseline="0"/>
            </a:lvl1pPr>
            <a:lvl2pPr marL="457200" indent="0">
              <a:buNone/>
              <a:defRPr/>
            </a:lvl2pPr>
            <a:lvl3pPr marL="914400" indent="0">
              <a:buNone/>
              <a:defRPr/>
            </a:lvl3pPr>
            <a:lvl4pPr marL="1371600" indent="0">
              <a:buNone/>
              <a:defRPr/>
            </a:lvl4pPr>
            <a:lvl5pPr marL="1828800" indent="0">
              <a:buNone/>
              <a:defRPr/>
            </a:lvl5pPr>
          </a:lstStyle>
          <a:p>
            <a:pPr lvl="0"/>
            <a:r>
              <a:rPr lang="en-US"/>
              <a:t>Publication Number</a:t>
            </a:r>
          </a:p>
        </p:txBody>
      </p:sp>
      <p:sp>
        <p:nvSpPr>
          <p:cNvPr id="9" name="TextBox 8"/>
          <p:cNvSpPr txBox="1"/>
          <p:nvPr userDrawn="1"/>
        </p:nvSpPr>
        <p:spPr>
          <a:xfrm>
            <a:off x="3673167" y="2069602"/>
            <a:ext cx="2116667" cy="353860"/>
          </a:xfrm>
          <a:prstGeom prst="rect">
            <a:avLst/>
          </a:prstGeom>
          <a:solidFill>
            <a:srgbClr val="FFFFFF">
              <a:alpha val="59000"/>
            </a:srgbClr>
          </a:solidFill>
        </p:spPr>
        <p:txBody>
          <a:bodyPr wrap="square" lIns="0" tIns="0" rIns="0" bIns="0" rtlCol="0" anchor="ctr">
            <a:noAutofit/>
          </a:bodyPr>
          <a:lstStyle/>
          <a:p>
            <a:pPr algn="l">
              <a:spcBef>
                <a:spcPts val="1200"/>
              </a:spcBef>
              <a:spcAft>
                <a:spcPts val="600"/>
              </a:spcAft>
            </a:pPr>
            <a:r>
              <a:rPr lang="en-US" b="1">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12770" y="4013200"/>
            <a:ext cx="2413000" cy="1130300"/>
          </a:xfrm>
          <a:prstGeom prst="rect">
            <a:avLst/>
          </a:prstGeom>
        </p:spPr>
      </p:pic>
    </p:spTree>
    <p:extLst>
      <p:ext uri="{BB962C8B-B14F-4D97-AF65-F5344CB8AC3E}">
        <p14:creationId xmlns:p14="http://schemas.microsoft.com/office/powerpoint/2010/main" val="19421678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3673164" y="410296"/>
            <a:ext cx="4606372" cy="1348326"/>
          </a:xfrm>
        </p:spPr>
        <p:txBody>
          <a:bodyPr anchor="b" anchorCtr="0">
            <a:noAutofit/>
          </a:bodyPr>
          <a:lstStyle>
            <a:lvl1pPr marL="0" indent="0">
              <a:buNone/>
              <a:defRPr sz="4000" baseline="0"/>
            </a:lvl1pPr>
          </a:lstStyle>
          <a:p>
            <a:pPr lvl="0"/>
            <a:r>
              <a:rPr lang="en-US"/>
              <a:t>Q&amp;A or Thank You</a:t>
            </a:r>
          </a:p>
        </p:txBody>
      </p:sp>
      <p:cxnSp>
        <p:nvCxnSpPr>
          <p:cNvPr id="4" name="Straight Connector 3"/>
          <p:cNvCxnSpPr/>
          <p:nvPr userDrawn="1"/>
        </p:nvCxnSpPr>
        <p:spPr>
          <a:xfrm>
            <a:off x="3741647" y="1939062"/>
            <a:ext cx="4955659"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3673071" y="2588317"/>
            <a:ext cx="4607032" cy="336156"/>
          </a:xfrm>
        </p:spPr>
        <p:txBody>
          <a:bodyPr>
            <a:noAutofit/>
          </a:bodyPr>
          <a:lstStyle>
            <a:lvl1pPr marL="0" indent="0">
              <a:spcBef>
                <a:spcPts val="400"/>
              </a:spcBef>
              <a:buNone/>
              <a:defRPr sz="1000" baseline="0"/>
            </a:lvl1pPr>
            <a:lvl2pPr marL="457200" indent="0">
              <a:buNone/>
              <a:defRPr/>
            </a:lvl2pPr>
            <a:lvl3pPr marL="914400" indent="0">
              <a:buNone/>
              <a:defRPr/>
            </a:lvl3pPr>
            <a:lvl4pPr marL="1371600" indent="0">
              <a:buNone/>
              <a:defRPr/>
            </a:lvl4pPr>
            <a:lvl5pPr marL="1828800" indent="0">
              <a:buNone/>
              <a:defRPr/>
            </a:lvl5pPr>
          </a:lstStyle>
          <a:p>
            <a:pPr lvl="0"/>
            <a:r>
              <a:rPr lang="en-US"/>
              <a:t>Publication Number</a:t>
            </a:r>
          </a:p>
        </p:txBody>
      </p:sp>
      <p:sp>
        <p:nvSpPr>
          <p:cNvPr id="9" name="TextBox 8"/>
          <p:cNvSpPr txBox="1"/>
          <p:nvPr userDrawn="1"/>
        </p:nvSpPr>
        <p:spPr>
          <a:xfrm>
            <a:off x="3673167" y="2069602"/>
            <a:ext cx="2116667" cy="353860"/>
          </a:xfrm>
          <a:prstGeom prst="rect">
            <a:avLst/>
          </a:prstGeom>
          <a:solidFill>
            <a:srgbClr val="FFFFFF">
              <a:alpha val="59000"/>
            </a:srgbClr>
          </a:solidFill>
        </p:spPr>
        <p:txBody>
          <a:bodyPr wrap="square" lIns="0" tIns="0" rIns="0" bIns="0" rtlCol="0" anchor="ctr">
            <a:noAutofit/>
          </a:bodyPr>
          <a:lstStyle/>
          <a:p>
            <a:pPr algn="l">
              <a:spcBef>
                <a:spcPts val="1200"/>
              </a:spcBef>
              <a:spcAft>
                <a:spcPts val="600"/>
              </a:spcAft>
            </a:pPr>
            <a:r>
              <a:rPr lang="en-US" b="1">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12770" y="4013200"/>
            <a:ext cx="2413000" cy="1130300"/>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userDrawn="1"/>
        </p:nvSpPr>
        <p:spPr>
          <a:xfrm>
            <a:off x="107795" y="3835487"/>
            <a:ext cx="5580695" cy="1200329"/>
          </a:xfrm>
          <a:prstGeom prst="rect">
            <a:avLst/>
          </a:prstGeom>
          <a:noFill/>
        </p:spPr>
        <p:txBody>
          <a:bodyPr wrap="square" rtlCol="0">
            <a:spAutoFit/>
          </a:bodyPr>
          <a:lstStyle/>
          <a:p>
            <a:r>
              <a:rPr lang="en-US" sz="900"/>
              <a:t>This work was authored </a:t>
            </a:r>
            <a:r>
              <a:rPr lang="en-US" sz="900">
                <a:solidFill>
                  <a:srgbClr val="FF0000"/>
                </a:solidFill>
              </a:rPr>
              <a:t>[in part]</a:t>
            </a:r>
            <a:r>
              <a:rPr lang="en-US" sz="900"/>
              <a:t> by the National Renewable Energy Laboratory, operated by Alliance for Sustainable Energy, LLC, for the U.S. Department of Energy (DOE) under Contract No. DE-AC36-08GO28308. Funding provided by </a:t>
            </a:r>
            <a:r>
              <a:rPr lang="en-US" sz="90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90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90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userDrawn="1"/>
        </p:nvGrpSpPr>
        <p:grpSpPr>
          <a:xfrm>
            <a:off x="1160290" y="2923341"/>
            <a:ext cx="1200990" cy="891562"/>
            <a:chOff x="2576623" y="33912667"/>
            <a:chExt cx="2971800" cy="2206133"/>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2" y="34195673"/>
              <a:ext cx="2885721" cy="1789714"/>
            </a:xfrm>
            <a:prstGeom prst="rect">
              <a:avLst/>
            </a:prstGeom>
            <a:noFill/>
          </p:spPr>
          <p:txBody>
            <a:bodyPr wrap="square" rtlCol="0">
              <a:spAutoFit/>
            </a:bodyPr>
            <a:lstStyle/>
            <a:p>
              <a:r>
                <a:rPr lang="en-US" sz="1000">
                  <a:solidFill>
                    <a:srgbClr val="FF0000"/>
                  </a:solidFill>
                </a:rPr>
                <a:t>Insert the words “in part” if this work includes </a:t>
              </a:r>
              <a:br>
                <a:rPr lang="en-US" sz="1000">
                  <a:solidFill>
                    <a:srgbClr val="FF0000"/>
                  </a:solidFill>
                </a:rPr>
              </a:br>
              <a:r>
                <a:rPr lang="en-US" sz="1000">
                  <a:solidFill>
                    <a:srgbClr val="FF0000"/>
                  </a:solidFill>
                </a:rPr>
                <a:t>non-NREL authors.</a:t>
              </a:r>
            </a:p>
            <a:p>
              <a:pPr algn="l"/>
              <a:r>
                <a:rPr lang="en-US" sz="10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userDrawn="1"/>
        </p:nvGrpSpPr>
        <p:grpSpPr>
          <a:xfrm>
            <a:off x="3413774" y="2835776"/>
            <a:ext cx="2316254" cy="1215855"/>
            <a:chOff x="-183051" y="33227554"/>
            <a:chExt cx="5731474" cy="3039310"/>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49" y="33394988"/>
              <a:ext cx="5307072" cy="2627452"/>
            </a:xfrm>
            <a:prstGeom prst="rect">
              <a:avLst/>
            </a:prstGeom>
            <a:grpFill/>
          </p:spPr>
          <p:txBody>
            <a:bodyPr wrap="square" rtlCol="0">
              <a:spAutoFit/>
            </a:bodyPr>
            <a:lstStyle/>
            <a:p>
              <a:r>
                <a:rPr lang="en-US" sz="900">
                  <a:solidFill>
                    <a:srgbClr val="FF0000"/>
                  </a:solidFill>
                </a:rPr>
                <a:t>Edit the red bracketed text as appropriate with the applicable DOE office(s) and program office(s) that sponsored the work and/or add other funding as needed.  For non-EERE funding, see </a:t>
              </a:r>
              <a:r>
                <a:rPr lang="en-US" sz="900" u="sng">
                  <a:solidFill>
                    <a:srgbClr val="FF0000"/>
                  </a:solidFill>
                  <a:hlinkClick r:id="rId4"/>
                </a:rPr>
                <a:t>https://thesource.nrel.gov/publishing/disclaimers.html</a:t>
              </a:r>
              <a:endParaRPr lang="en-US" sz="200" i="0">
                <a:solidFill>
                  <a:srgbClr val="FF0000"/>
                </a:solidFill>
              </a:endParaRPr>
            </a:p>
          </p:txBody>
        </p:sp>
      </p:grpSp>
    </p:spTree>
    <p:extLst>
      <p:ext uri="{BB962C8B-B14F-4D97-AF65-F5344CB8AC3E}">
        <p14:creationId xmlns:p14="http://schemas.microsoft.com/office/powerpoint/2010/main" val="11247231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5508A-0A52-4BE0-9C47-88A597CFC0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7D046F-63A5-4F2E-8A7F-A238A043D0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22BB-3EB0-4B1D-B3AB-DC47D7EA4F43}"/>
              </a:ext>
            </a:extLst>
          </p:cNvPr>
          <p:cNvSpPr>
            <a:spLocks noGrp="1"/>
          </p:cNvSpPr>
          <p:nvPr>
            <p:ph type="dt" sz="half" idx="10"/>
          </p:nvPr>
        </p:nvSpPr>
        <p:spPr/>
        <p:txBody>
          <a:bodyPr/>
          <a:lstStyle/>
          <a:p>
            <a:fld id="{FD72C916-A1AF-4DFB-8AC4-CAE881AE17CD}" type="datetimeFigureOut">
              <a:rPr lang="en-US" smtClean="0"/>
              <a:t>10/1/24</a:t>
            </a:fld>
            <a:endParaRPr lang="en-US"/>
          </a:p>
        </p:txBody>
      </p:sp>
      <p:sp>
        <p:nvSpPr>
          <p:cNvPr id="5" name="Footer Placeholder 4">
            <a:extLst>
              <a:ext uri="{FF2B5EF4-FFF2-40B4-BE49-F238E27FC236}">
                <a16:creationId xmlns:a16="http://schemas.microsoft.com/office/drawing/2014/main" id="{289ECA7D-D451-4C5E-90E5-34DC51913A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C854C-F264-48A0-BB3D-D824586336C7}"/>
              </a:ext>
            </a:extLst>
          </p:cNvPr>
          <p:cNvSpPr>
            <a:spLocks noGrp="1"/>
          </p:cNvSpPr>
          <p:nvPr>
            <p:ph type="sldNum" sz="quarter" idx="12"/>
          </p:nvPr>
        </p:nvSpPr>
        <p:spPr/>
        <p:txBody>
          <a:bodyPr/>
          <a:lstStyle/>
          <a:p>
            <a:fld id="{01733103-9839-4784-949E-6E2671FFE2F8}" type="slidenum">
              <a:rPr lang="en-US" smtClean="0"/>
              <a:t>‹#›</a:t>
            </a:fld>
            <a:endParaRPr lang="en-US"/>
          </a:p>
        </p:txBody>
      </p:sp>
    </p:spTree>
    <p:extLst>
      <p:ext uri="{BB962C8B-B14F-4D97-AF65-F5344CB8AC3E}">
        <p14:creationId xmlns:p14="http://schemas.microsoft.com/office/powerpoint/2010/main" val="5196893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7_Title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457200" y="2148571"/>
            <a:ext cx="8120063" cy="536572"/>
          </a:xfrm>
        </p:spPr>
        <p:txBody>
          <a:bodyPr/>
          <a:lstStyle>
            <a:lvl1pPr marL="0" indent="0" algn="ctr">
              <a:buNone/>
              <a:defRPr baseline="0"/>
            </a:lvl1pPr>
          </a:lstStyle>
          <a:p>
            <a:pPr lvl="0"/>
            <a:r>
              <a:rPr lang="en-US"/>
              <a:t>Blank Slide for Any Content</a:t>
            </a:r>
          </a:p>
        </p:txBody>
      </p:sp>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Tree>
    <p:extLst>
      <p:ext uri="{BB962C8B-B14F-4D97-AF65-F5344CB8AC3E}">
        <p14:creationId xmlns:p14="http://schemas.microsoft.com/office/powerpoint/2010/main" val="68581214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457199" y="1"/>
            <a:ext cx="8236857" cy="776514"/>
          </a:xfrm>
        </p:spPr>
        <p:txBody>
          <a:bodyPr/>
          <a:lstStyle/>
          <a:p>
            <a:r>
              <a:rPr lang="en-US"/>
              <a:t>Simple Slide</a:t>
            </a:r>
          </a:p>
        </p:txBody>
      </p:sp>
      <p:sp>
        <p:nvSpPr>
          <p:cNvPr id="5" name="TextBox 4"/>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Tree>
    <p:extLst>
      <p:ext uri="{BB962C8B-B14F-4D97-AF65-F5344CB8AC3E}">
        <p14:creationId xmlns:p14="http://schemas.microsoft.com/office/powerpoint/2010/main" val="370466589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4123076" cy="120015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457200" y="1330267"/>
            <a:ext cx="8229600" cy="32643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564829"/>
      </p:ext>
    </p:extLst>
  </p:cSld>
  <p:clrMap bg1="lt1" tx1="dk1" bg2="lt2" tx2="dk2" accent1="accent1" accent2="accent2" accent3="accent3" accent4="accent4" accent5="accent5" accent6="accent6" hlink="hlink" folHlink="folHlink"/>
  <p:sldLayoutIdLst>
    <p:sldLayoutId id="2147483674" r:id="rId1"/>
    <p:sldLayoutId id="2147483649" r:id="rId2"/>
    <p:sldLayoutId id="2147483651" r:id="rId3"/>
    <p:sldLayoutId id="2147483675" r:id="rId4"/>
    <p:sldLayoutId id="2147483711" r:id="rId5"/>
    <p:sldLayoutId id="2147483654" r:id="rId6"/>
    <p:sldLayoutId id="2147483655" r:id="rId7"/>
    <p:sldLayoutId id="2147483653" r:id="rId8"/>
    <p:sldLayoutId id="2147483707" r:id="rId9"/>
    <p:sldLayoutId id="2147483708" r:id="rId10"/>
    <p:sldLayoutId id="2147483656" r:id="rId11"/>
    <p:sldLayoutId id="2147483657" r:id="rId12"/>
    <p:sldLayoutId id="2147483689" r:id="rId13"/>
    <p:sldLayoutId id="2147483690" r:id="rId14"/>
    <p:sldLayoutId id="2147483691" r:id="rId15"/>
    <p:sldLayoutId id="2147483692" r:id="rId16"/>
    <p:sldLayoutId id="2147483693" r:id="rId17"/>
    <p:sldLayoutId id="2147483694" r:id="rId18"/>
    <p:sldLayoutId id="2147483695" r:id="rId19"/>
    <p:sldLayoutId id="2147483666" r:id="rId20"/>
    <p:sldLayoutId id="2147483667" r:id="rId21"/>
    <p:sldLayoutId id="2147483665" r:id="rId22"/>
    <p:sldLayoutId id="2147483668" r:id="rId23"/>
    <p:sldLayoutId id="2147483669" r:id="rId24"/>
    <p:sldLayoutId id="2147483670" r:id="rId25"/>
    <p:sldLayoutId id="2147483671" r:id="rId26"/>
    <p:sldLayoutId id="2147483676" r:id="rId27"/>
    <p:sldLayoutId id="2147483681" r:id="rId28"/>
    <p:sldLayoutId id="2147483682" r:id="rId29"/>
    <p:sldLayoutId id="2147483687" r:id="rId30"/>
    <p:sldLayoutId id="2147483688" r:id="rId31"/>
    <p:sldLayoutId id="2147483678" r:id="rId32"/>
    <p:sldLayoutId id="2147483683" r:id="rId33"/>
    <p:sldLayoutId id="2147483702" r:id="rId34"/>
    <p:sldLayoutId id="2147483684" r:id="rId35"/>
    <p:sldLayoutId id="2147483698" r:id="rId36"/>
    <p:sldLayoutId id="2147483703" r:id="rId37"/>
    <p:sldLayoutId id="2147483685" r:id="rId38"/>
    <p:sldLayoutId id="2147483699" r:id="rId39"/>
    <p:sldLayoutId id="2147483704" r:id="rId40"/>
    <p:sldLayoutId id="2147483680" r:id="rId41"/>
    <p:sldLayoutId id="2147483700" r:id="rId42"/>
    <p:sldLayoutId id="2147483705" r:id="rId43"/>
    <p:sldLayoutId id="2147483686" r:id="rId44"/>
    <p:sldLayoutId id="2147483701" r:id="rId45"/>
    <p:sldLayoutId id="2147483706" r:id="rId46"/>
    <p:sldLayoutId id="2147483672" r:id="rId47"/>
    <p:sldLayoutId id="2147483696" r:id="rId48"/>
    <p:sldLayoutId id="2147483673" r:id="rId49"/>
    <p:sldLayoutId id="2147483712" r:id="rId50"/>
    <p:sldLayoutId id="2147483713" r:id="rId51"/>
    <p:sldLayoutId id="2147483714" r:id="rId52"/>
  </p:sldLayoutIdLst>
  <p:txStyles>
    <p:titleStyle>
      <a:lvl1pPr marL="0" algn="ctr" defTabSz="457200" rtl="0" eaLnBrk="1" latinLnBrk="0" hangingPunct="1">
        <a:lnSpc>
          <a:spcPts val="2800"/>
        </a:lnSpc>
        <a:spcBef>
          <a:spcPct val="0"/>
        </a:spcBef>
        <a:buNone/>
        <a:defRPr sz="3000" kern="1200" spc="0">
          <a:solidFill>
            <a:schemeClr val="bg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hyperlink" Target="https://dev.meteostat.net/" TargetMode="External"/><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US" dirty="0" err="1"/>
              <a:t>EPWgen</a:t>
            </a:r>
            <a:endParaRPr lang="en-US" dirty="0"/>
          </a:p>
        </p:txBody>
      </p:sp>
      <p:sp>
        <p:nvSpPr>
          <p:cNvPr id="5" name="Text Placeholder 4"/>
          <p:cNvSpPr>
            <a:spLocks noGrp="1"/>
          </p:cNvSpPr>
          <p:nvPr>
            <p:ph type="body" sz="quarter" idx="11"/>
          </p:nvPr>
        </p:nvSpPr>
        <p:spPr/>
        <p:txBody>
          <a:bodyPr/>
          <a:lstStyle/>
          <a:p>
            <a:r>
              <a:rPr lang="en-US" dirty="0"/>
              <a:t>Carlo Bianchi</a:t>
            </a:r>
          </a:p>
          <a:p>
            <a:r>
              <a:rPr lang="en-US" dirty="0"/>
              <a:t>09/12/2024</a:t>
            </a:r>
          </a:p>
        </p:txBody>
      </p:sp>
    </p:spTree>
    <p:extLst>
      <p:ext uri="{BB962C8B-B14F-4D97-AF65-F5344CB8AC3E}">
        <p14:creationId xmlns:p14="http://schemas.microsoft.com/office/powerpoint/2010/main" val="3416941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A937-8FB4-D64B-A32F-8C8E9585D726}"/>
              </a:ext>
            </a:extLst>
          </p:cNvPr>
          <p:cNvSpPr>
            <a:spLocks noGrp="1"/>
          </p:cNvSpPr>
          <p:nvPr>
            <p:ph type="title"/>
          </p:nvPr>
        </p:nvSpPr>
        <p:spPr/>
        <p:txBody>
          <a:bodyPr/>
          <a:lstStyle/>
          <a:p>
            <a:r>
              <a:rPr lang="en-US" dirty="0"/>
              <a:t>Issues with previous version</a:t>
            </a:r>
          </a:p>
        </p:txBody>
      </p:sp>
      <p:sp>
        <p:nvSpPr>
          <p:cNvPr id="3" name="Text Placeholder 2">
            <a:extLst>
              <a:ext uri="{FF2B5EF4-FFF2-40B4-BE49-F238E27FC236}">
                <a16:creationId xmlns:a16="http://schemas.microsoft.com/office/drawing/2014/main" id="{BA218ECB-6ED6-074F-B055-16DB8DB3D2D4}"/>
              </a:ext>
            </a:extLst>
          </p:cNvPr>
          <p:cNvSpPr>
            <a:spLocks noGrp="1"/>
          </p:cNvSpPr>
          <p:nvPr>
            <p:ph type="body" sz="quarter" idx="10"/>
          </p:nvPr>
        </p:nvSpPr>
        <p:spPr>
          <a:xfrm>
            <a:off x="152400" y="1116619"/>
            <a:ext cx="5167184" cy="3644851"/>
          </a:xfrm>
        </p:spPr>
        <p:txBody>
          <a:bodyPr>
            <a:normAutofit/>
          </a:bodyPr>
          <a:lstStyle/>
          <a:p>
            <a:pPr marL="342900" indent="-342900">
              <a:buFont typeface="Arial" panose="020B0604020202020204" pitchFamily="34" charset="0"/>
              <a:buChar char="•"/>
            </a:pPr>
            <a:r>
              <a:rPr lang="en-US" b="0" dirty="0"/>
              <a:t>Too slow</a:t>
            </a:r>
          </a:p>
          <a:p>
            <a:pPr marL="342900" indent="-342900">
              <a:buFont typeface="Arial" panose="020B0604020202020204" pitchFamily="34" charset="0"/>
              <a:buChar char="•"/>
            </a:pPr>
            <a:r>
              <a:rPr lang="en-US" b="0" dirty="0"/>
              <a:t>Issues with data quality</a:t>
            </a:r>
          </a:p>
          <a:p>
            <a:pPr marL="342900" indent="-342900">
              <a:buFont typeface="Arial" panose="020B0604020202020204" pitchFamily="34" charset="0"/>
              <a:buChar char="•"/>
            </a:pPr>
            <a:r>
              <a:rPr lang="en-US" b="0" dirty="0"/>
              <a:t>No data above 60° Latitude</a:t>
            </a:r>
          </a:p>
          <a:p>
            <a:pPr marL="342900" indent="-342900">
              <a:buFont typeface="Arial" panose="020B0604020202020204" pitchFamily="34" charset="0"/>
              <a:buChar char="•"/>
            </a:pPr>
            <a:r>
              <a:rPr lang="en-US" b="0" dirty="0"/>
              <a:t>No data for past year</a:t>
            </a:r>
          </a:p>
          <a:p>
            <a:pPr marL="342900" indent="-342900">
              <a:buFont typeface="Arial" panose="020B0604020202020204" pitchFamily="34" charset="0"/>
              <a:buChar char="•"/>
            </a:pPr>
            <a:r>
              <a:rPr lang="en-US" b="0" dirty="0"/>
              <a:t>No rain/snow data</a:t>
            </a:r>
          </a:p>
          <a:p>
            <a:pPr marL="342900" indent="-342900">
              <a:buFont typeface="Arial" panose="020B0604020202020204" pitchFamily="34" charset="0"/>
              <a:buChar char="•"/>
            </a:pPr>
            <a:r>
              <a:rPr lang="en-US" b="0" dirty="0"/>
              <a:t>Superheavy repo</a:t>
            </a:r>
          </a:p>
          <a:p>
            <a:pPr marL="342900" indent="-342900">
              <a:buFont typeface="Arial" panose="020B0604020202020204" pitchFamily="34" charset="0"/>
              <a:buChar char="•"/>
            </a:pPr>
            <a:endParaRPr lang="en-US" b="0" dirty="0"/>
          </a:p>
          <a:p>
            <a:endParaRPr lang="en-US" b="0" dirty="0"/>
          </a:p>
        </p:txBody>
      </p:sp>
      <p:pic>
        <p:nvPicPr>
          <p:cNvPr id="6" name="Picture 5" descr="A black and white image of a city&#10;&#10;Description automatically generated">
            <a:extLst>
              <a:ext uri="{FF2B5EF4-FFF2-40B4-BE49-F238E27FC236}">
                <a16:creationId xmlns:a16="http://schemas.microsoft.com/office/drawing/2014/main" id="{449B5470-84E6-E7C4-9840-6642832928F8}"/>
              </a:ext>
            </a:extLst>
          </p:cNvPr>
          <p:cNvPicPr>
            <a:picLocks noChangeAspect="1"/>
          </p:cNvPicPr>
          <p:nvPr/>
        </p:nvPicPr>
        <p:blipFill>
          <a:blip r:embed="rId3"/>
          <a:stretch>
            <a:fillRect/>
          </a:stretch>
        </p:blipFill>
        <p:spPr>
          <a:xfrm>
            <a:off x="4090452" y="1233910"/>
            <a:ext cx="5053548" cy="2379379"/>
          </a:xfrm>
          <a:prstGeom prst="rect">
            <a:avLst/>
          </a:prstGeom>
        </p:spPr>
      </p:pic>
    </p:spTree>
    <p:extLst>
      <p:ext uri="{BB962C8B-B14F-4D97-AF65-F5344CB8AC3E}">
        <p14:creationId xmlns:p14="http://schemas.microsoft.com/office/powerpoint/2010/main" val="3982539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BAC93-208D-D34B-5F99-B787171B05D5}"/>
              </a:ext>
            </a:extLst>
          </p:cNvPr>
          <p:cNvSpPr>
            <a:spLocks noGrp="1"/>
          </p:cNvSpPr>
          <p:nvPr>
            <p:ph type="title"/>
          </p:nvPr>
        </p:nvSpPr>
        <p:spPr/>
        <p:txBody>
          <a:bodyPr/>
          <a:lstStyle/>
          <a:p>
            <a:r>
              <a:rPr lang="en-US" dirty="0" err="1"/>
              <a:t>diyepw</a:t>
            </a:r>
            <a:endParaRPr lang="en-US" dirty="0"/>
          </a:p>
        </p:txBody>
      </p:sp>
      <p:pic>
        <p:nvPicPr>
          <p:cNvPr id="10" name="Picture 9" descr="A screenshot of a document&#10;&#10;Description automatically generated">
            <a:extLst>
              <a:ext uri="{FF2B5EF4-FFF2-40B4-BE49-F238E27FC236}">
                <a16:creationId xmlns:a16="http://schemas.microsoft.com/office/drawing/2014/main" id="{4A08438E-9B93-28AD-F48F-7369429BC938}"/>
              </a:ext>
            </a:extLst>
          </p:cNvPr>
          <p:cNvPicPr>
            <a:picLocks noChangeAspect="1"/>
          </p:cNvPicPr>
          <p:nvPr/>
        </p:nvPicPr>
        <p:blipFill>
          <a:blip r:embed="rId2"/>
          <a:stretch>
            <a:fillRect/>
          </a:stretch>
        </p:blipFill>
        <p:spPr>
          <a:xfrm>
            <a:off x="4463787" y="635730"/>
            <a:ext cx="4749444" cy="4507769"/>
          </a:xfrm>
          <a:prstGeom prst="rect">
            <a:avLst/>
          </a:prstGeom>
        </p:spPr>
      </p:pic>
      <p:sp>
        <p:nvSpPr>
          <p:cNvPr id="11" name="Text Placeholder 2">
            <a:extLst>
              <a:ext uri="{FF2B5EF4-FFF2-40B4-BE49-F238E27FC236}">
                <a16:creationId xmlns:a16="http://schemas.microsoft.com/office/drawing/2014/main" id="{2BBFDE29-89B4-960E-0488-F261A6166613}"/>
              </a:ext>
            </a:extLst>
          </p:cNvPr>
          <p:cNvSpPr>
            <a:spLocks noGrp="1"/>
          </p:cNvSpPr>
          <p:nvPr>
            <p:ph type="body" sz="quarter" idx="10"/>
          </p:nvPr>
        </p:nvSpPr>
        <p:spPr>
          <a:xfrm>
            <a:off x="152400" y="1116619"/>
            <a:ext cx="4311387" cy="3644851"/>
          </a:xfrm>
        </p:spPr>
        <p:txBody>
          <a:bodyPr>
            <a:normAutofit/>
          </a:bodyPr>
          <a:lstStyle/>
          <a:p>
            <a:pPr marL="342900" indent="-342900">
              <a:buFont typeface="Arial" panose="020B0604020202020204" pitchFamily="34" charset="0"/>
              <a:buChar char="•"/>
            </a:pPr>
            <a:r>
              <a:rPr lang="en-US" b="0" dirty="0"/>
              <a:t>Violates physics/psychrometry (TMY+AMY)</a:t>
            </a:r>
          </a:p>
          <a:p>
            <a:pPr marL="342900" indent="-342900">
              <a:buFont typeface="Arial" panose="020B0604020202020204" pitchFamily="34" charset="0"/>
              <a:buChar char="•"/>
            </a:pPr>
            <a:r>
              <a:rPr lang="en-US" b="0" dirty="0"/>
              <a:t>Quality control is minor or inexistent</a:t>
            </a:r>
          </a:p>
          <a:p>
            <a:pPr marL="342900" indent="-342900">
              <a:buFont typeface="Arial" panose="020B0604020202020204" pitchFamily="34" charset="0"/>
              <a:buChar char="•"/>
            </a:pPr>
            <a:r>
              <a:rPr lang="en-US" b="0" dirty="0"/>
              <a:t>No RH</a:t>
            </a:r>
          </a:p>
          <a:p>
            <a:pPr marL="342900" indent="-342900">
              <a:buFont typeface="Arial" panose="020B0604020202020204" pitchFamily="34" charset="0"/>
              <a:buChar char="•"/>
            </a:pPr>
            <a:r>
              <a:rPr lang="en-US" b="0" dirty="0"/>
              <a:t>Few data sources</a:t>
            </a:r>
          </a:p>
          <a:p>
            <a:pPr marL="342900" indent="-342900">
              <a:buFont typeface="Arial" panose="020B0604020202020204" pitchFamily="34" charset="0"/>
              <a:buChar char="•"/>
            </a:pPr>
            <a:endParaRPr lang="en-US" b="0" dirty="0"/>
          </a:p>
          <a:p>
            <a:endParaRPr lang="en-US" b="0" dirty="0"/>
          </a:p>
        </p:txBody>
      </p:sp>
    </p:spTree>
    <p:extLst>
      <p:ext uri="{BB962C8B-B14F-4D97-AF65-F5344CB8AC3E}">
        <p14:creationId xmlns:p14="http://schemas.microsoft.com/office/powerpoint/2010/main" val="1301113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A937-8FB4-D64B-A32F-8C8E9585D726}"/>
              </a:ext>
            </a:extLst>
          </p:cNvPr>
          <p:cNvSpPr>
            <a:spLocks noGrp="1"/>
          </p:cNvSpPr>
          <p:nvPr>
            <p:ph type="title"/>
          </p:nvPr>
        </p:nvSpPr>
        <p:spPr/>
        <p:txBody>
          <a:bodyPr/>
          <a:lstStyle/>
          <a:p>
            <a:r>
              <a:rPr lang="en-US" dirty="0"/>
              <a:t>Solution: </a:t>
            </a:r>
            <a:r>
              <a:rPr lang="en-US" dirty="0" err="1"/>
              <a:t>EPWgen</a:t>
            </a:r>
            <a:endParaRPr lang="en-US" dirty="0"/>
          </a:p>
        </p:txBody>
      </p:sp>
      <p:sp>
        <p:nvSpPr>
          <p:cNvPr id="3" name="Text Placeholder 2">
            <a:extLst>
              <a:ext uri="{FF2B5EF4-FFF2-40B4-BE49-F238E27FC236}">
                <a16:creationId xmlns:a16="http://schemas.microsoft.com/office/drawing/2014/main" id="{BA218ECB-6ED6-074F-B055-16DB8DB3D2D4}"/>
              </a:ext>
            </a:extLst>
          </p:cNvPr>
          <p:cNvSpPr>
            <a:spLocks noGrp="1"/>
          </p:cNvSpPr>
          <p:nvPr>
            <p:ph type="body" sz="quarter" idx="10"/>
          </p:nvPr>
        </p:nvSpPr>
        <p:spPr>
          <a:xfrm>
            <a:off x="731340" y="1480673"/>
            <a:ext cx="4057086" cy="2279729"/>
          </a:xfrm>
        </p:spPr>
        <p:txBody>
          <a:bodyPr>
            <a:normAutofit/>
          </a:bodyPr>
          <a:lstStyle/>
          <a:p>
            <a:pPr marL="457200" indent="-457200">
              <a:buAutoNum type="arabicParenR"/>
            </a:pPr>
            <a:r>
              <a:rPr lang="en-US" b="0" dirty="0"/>
              <a:t>Switched from NSRDB to MERRA2</a:t>
            </a:r>
          </a:p>
          <a:p>
            <a:endParaRPr lang="en-US" b="0" dirty="0"/>
          </a:p>
          <a:p>
            <a:r>
              <a:rPr lang="en-US" b="0" dirty="0"/>
              <a:t>2) Using </a:t>
            </a:r>
            <a:r>
              <a:rPr lang="en-US" b="0" dirty="0" err="1"/>
              <a:t>Meteostat</a:t>
            </a:r>
            <a:r>
              <a:rPr lang="en-US" b="0" dirty="0"/>
              <a:t> to download data</a:t>
            </a:r>
          </a:p>
          <a:p>
            <a:pPr marL="342900" indent="-342900">
              <a:buFont typeface="Arial" panose="020B0604020202020204" pitchFamily="34" charset="0"/>
              <a:buChar char="•"/>
            </a:pPr>
            <a:endParaRPr lang="en-US" b="0" dirty="0"/>
          </a:p>
          <a:p>
            <a:endParaRPr lang="en-US" b="0" dirty="0"/>
          </a:p>
        </p:txBody>
      </p:sp>
      <p:pic>
        <p:nvPicPr>
          <p:cNvPr id="5" name="Picture 4" descr="A screenshot of a computer&#10;&#10;Description automatically generated">
            <a:extLst>
              <a:ext uri="{FF2B5EF4-FFF2-40B4-BE49-F238E27FC236}">
                <a16:creationId xmlns:a16="http://schemas.microsoft.com/office/drawing/2014/main" id="{641A8809-BD93-D57A-C3BB-6B47D3FF0B5F}"/>
              </a:ext>
            </a:extLst>
          </p:cNvPr>
          <p:cNvPicPr>
            <a:picLocks noChangeAspect="1"/>
          </p:cNvPicPr>
          <p:nvPr/>
        </p:nvPicPr>
        <p:blipFill>
          <a:blip r:embed="rId3"/>
          <a:srcRect t="1163"/>
          <a:stretch/>
        </p:blipFill>
        <p:spPr>
          <a:xfrm>
            <a:off x="4571999" y="1010869"/>
            <a:ext cx="4435627" cy="3615238"/>
          </a:xfrm>
          <a:prstGeom prst="rect">
            <a:avLst/>
          </a:prstGeom>
        </p:spPr>
      </p:pic>
    </p:spTree>
    <p:extLst>
      <p:ext uri="{BB962C8B-B14F-4D97-AF65-F5344CB8AC3E}">
        <p14:creationId xmlns:p14="http://schemas.microsoft.com/office/powerpoint/2010/main" val="745521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ABBA0-C01B-C3E4-49E0-5BAC66FFE06A}"/>
              </a:ext>
            </a:extLst>
          </p:cNvPr>
          <p:cNvSpPr>
            <a:spLocks noGrp="1"/>
          </p:cNvSpPr>
          <p:nvPr>
            <p:ph type="title"/>
          </p:nvPr>
        </p:nvSpPr>
        <p:spPr/>
        <p:txBody>
          <a:bodyPr/>
          <a:lstStyle/>
          <a:p>
            <a:r>
              <a:rPr lang="en-US" dirty="0"/>
              <a:t>MERRA2</a:t>
            </a:r>
          </a:p>
        </p:txBody>
      </p:sp>
      <p:pic>
        <p:nvPicPr>
          <p:cNvPr id="4" name="Picture 3" descr="A map of the north and south america&#10;&#10;Description automatically generated">
            <a:extLst>
              <a:ext uri="{FF2B5EF4-FFF2-40B4-BE49-F238E27FC236}">
                <a16:creationId xmlns:a16="http://schemas.microsoft.com/office/drawing/2014/main" id="{1DF149CF-BCB1-191C-6A9E-B0C0C9D7438A}"/>
              </a:ext>
            </a:extLst>
          </p:cNvPr>
          <p:cNvPicPr>
            <a:picLocks noChangeAspect="1"/>
          </p:cNvPicPr>
          <p:nvPr/>
        </p:nvPicPr>
        <p:blipFill>
          <a:blip r:embed="rId2"/>
          <a:stretch>
            <a:fillRect/>
          </a:stretch>
        </p:blipFill>
        <p:spPr>
          <a:xfrm>
            <a:off x="4208388" y="1070095"/>
            <a:ext cx="4935612" cy="3516108"/>
          </a:xfrm>
          <a:prstGeom prst="rect">
            <a:avLst/>
          </a:prstGeom>
        </p:spPr>
      </p:pic>
      <p:sp>
        <p:nvSpPr>
          <p:cNvPr id="5" name="TextBox 4">
            <a:extLst>
              <a:ext uri="{FF2B5EF4-FFF2-40B4-BE49-F238E27FC236}">
                <a16:creationId xmlns:a16="http://schemas.microsoft.com/office/drawing/2014/main" id="{3316F872-E403-FB6C-BD76-F4DB903B6743}"/>
              </a:ext>
            </a:extLst>
          </p:cNvPr>
          <p:cNvSpPr txBox="1"/>
          <p:nvPr/>
        </p:nvSpPr>
        <p:spPr>
          <a:xfrm>
            <a:off x="457199" y="1260682"/>
            <a:ext cx="3579147" cy="3139321"/>
          </a:xfrm>
          <a:prstGeom prst="rect">
            <a:avLst/>
          </a:prstGeom>
          <a:noFill/>
        </p:spPr>
        <p:txBody>
          <a:bodyPr wrap="square" rtlCol="0">
            <a:spAutoFit/>
          </a:bodyPr>
          <a:lstStyle/>
          <a:p>
            <a:pPr marL="285750" indent="-285750">
              <a:buFont typeface="Arial" panose="020B0604020202020204" pitchFamily="34" charset="0"/>
              <a:buChar char="•"/>
            </a:pPr>
            <a:r>
              <a:rPr lang="en-US" dirty="0"/>
              <a:t>Upscaling from 4x4km to 50x50km cells, BUT:</a:t>
            </a:r>
          </a:p>
          <a:p>
            <a:pPr marL="800100" lvl="1" indent="-342900">
              <a:buFont typeface="+mj-lt"/>
              <a:buAutoNum type="arabicPeriod"/>
            </a:pPr>
            <a:r>
              <a:rPr lang="en-US" dirty="0"/>
              <a:t>Data available everywhere in the world (yes, also AK)</a:t>
            </a:r>
          </a:p>
          <a:p>
            <a:pPr marL="800100" lvl="1" indent="-342900">
              <a:buFont typeface="+mj-lt"/>
              <a:buAutoNum type="arabicPeriod"/>
            </a:pPr>
            <a:r>
              <a:rPr lang="en-US" dirty="0"/>
              <a:t>Data available almost real-time</a:t>
            </a:r>
          </a:p>
          <a:p>
            <a:pPr marL="342900" indent="-342900">
              <a:buFont typeface="Arial" panose="020B0604020202020204" pitchFamily="34" charset="0"/>
              <a:buChar char="•"/>
            </a:pPr>
            <a:r>
              <a:rPr lang="en-US" dirty="0"/>
              <a:t>MERRA-2 provides full EPWs. </a:t>
            </a:r>
            <a:br>
              <a:rPr lang="en-US" dirty="0"/>
            </a:br>
            <a:r>
              <a:rPr lang="en-US" dirty="0" err="1"/>
              <a:t>EPWgen</a:t>
            </a:r>
            <a:r>
              <a:rPr lang="en-US" dirty="0"/>
              <a:t> uses that as a backbone and swaps in:</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6" name="TextBox 5">
            <a:extLst>
              <a:ext uri="{FF2B5EF4-FFF2-40B4-BE49-F238E27FC236}">
                <a16:creationId xmlns:a16="http://schemas.microsoft.com/office/drawing/2014/main" id="{E0E663DC-1AEB-0319-AEA0-5811A2B692C9}"/>
              </a:ext>
            </a:extLst>
          </p:cNvPr>
          <p:cNvSpPr txBox="1"/>
          <p:nvPr/>
        </p:nvSpPr>
        <p:spPr>
          <a:xfrm>
            <a:off x="853276" y="3817890"/>
            <a:ext cx="2982876" cy="2031325"/>
          </a:xfrm>
          <a:prstGeom prst="rect">
            <a:avLst/>
          </a:prstGeom>
          <a:noFill/>
        </p:spPr>
        <p:txBody>
          <a:bodyPr wrap="square" numCol="2" rtlCol="0">
            <a:spAutoFit/>
          </a:bodyPr>
          <a:lstStyle/>
          <a:p>
            <a:pPr marL="800100" lvl="1" indent="-342900">
              <a:buFont typeface="Arial" panose="020B0604020202020204" pitchFamily="34" charset="0"/>
              <a:buChar char="•"/>
            </a:pPr>
            <a:r>
              <a:rPr lang="en-US" sz="1400" dirty="0" err="1"/>
              <a:t>Tdb</a:t>
            </a:r>
            <a:endParaRPr lang="en-US" sz="1400" dirty="0"/>
          </a:p>
          <a:p>
            <a:pPr marL="800100" lvl="1" indent="-342900">
              <a:buFont typeface="Arial" panose="020B0604020202020204" pitchFamily="34" charset="0"/>
              <a:buChar char="•"/>
            </a:pPr>
            <a:r>
              <a:rPr lang="en-US" sz="1400" dirty="0" err="1"/>
              <a:t>Tdew</a:t>
            </a:r>
            <a:endParaRPr lang="en-US" sz="1400" dirty="0"/>
          </a:p>
          <a:p>
            <a:pPr marL="800100" lvl="1" indent="-342900">
              <a:buFont typeface="Arial" panose="020B0604020202020204" pitchFamily="34" charset="0"/>
              <a:buChar char="•"/>
            </a:pPr>
            <a:r>
              <a:rPr lang="en-US" sz="1400" dirty="0"/>
              <a:t>RH</a:t>
            </a:r>
          </a:p>
          <a:p>
            <a:pPr marL="800100" lvl="1" indent="-342900">
              <a:buFont typeface="Arial" panose="020B0604020202020204" pitchFamily="34" charset="0"/>
              <a:buChar char="•"/>
            </a:pPr>
            <a:r>
              <a:rPr lang="en-US" sz="1400" dirty="0"/>
              <a:t>P</a:t>
            </a:r>
          </a:p>
          <a:p>
            <a:pPr marL="800100" lvl="1" indent="-342900">
              <a:buFont typeface="Arial" panose="020B0604020202020204" pitchFamily="34" charset="0"/>
              <a:buChar char="•"/>
            </a:pPr>
            <a:endParaRPr lang="en-US" sz="1400" dirty="0"/>
          </a:p>
          <a:p>
            <a:pPr marL="800100" lvl="1" indent="-342900">
              <a:buFont typeface="Arial" panose="020B0604020202020204" pitchFamily="34" charset="0"/>
              <a:buChar char="•"/>
            </a:pPr>
            <a:endParaRPr lang="en-US" sz="1400" dirty="0"/>
          </a:p>
          <a:p>
            <a:pPr marL="800100" lvl="1" indent="-342900">
              <a:buFont typeface="Arial" panose="020B0604020202020204" pitchFamily="34" charset="0"/>
              <a:buChar char="•"/>
            </a:pPr>
            <a:endParaRPr lang="en-US" sz="1400" dirty="0"/>
          </a:p>
          <a:p>
            <a:pPr marL="800100" lvl="1" indent="-342900">
              <a:buFont typeface="Arial" panose="020B0604020202020204" pitchFamily="34" charset="0"/>
              <a:buChar char="•"/>
            </a:pPr>
            <a:endParaRPr lang="en-US" sz="1400" dirty="0"/>
          </a:p>
          <a:p>
            <a:pPr marL="800100" lvl="1" indent="-342900">
              <a:buFont typeface="Arial" panose="020B0604020202020204" pitchFamily="34" charset="0"/>
              <a:buChar char="•"/>
            </a:pPr>
            <a:endParaRPr lang="en-US" sz="1400" dirty="0"/>
          </a:p>
          <a:p>
            <a:pPr marL="800100" lvl="1" indent="-342900">
              <a:buFont typeface="Arial" panose="020B0604020202020204" pitchFamily="34" charset="0"/>
              <a:buChar char="•"/>
            </a:pPr>
            <a:r>
              <a:rPr lang="en-US" sz="1400" dirty="0" err="1"/>
              <a:t>Wdir</a:t>
            </a:r>
            <a:endParaRPr lang="en-US" sz="1400" dirty="0"/>
          </a:p>
          <a:p>
            <a:pPr marL="800100" lvl="1" indent="-342900">
              <a:buFont typeface="Arial" panose="020B0604020202020204" pitchFamily="34" charset="0"/>
              <a:buChar char="•"/>
            </a:pPr>
            <a:r>
              <a:rPr lang="en-US" sz="1400" dirty="0" err="1"/>
              <a:t>Wspeed</a:t>
            </a:r>
            <a:endParaRPr lang="en-US" sz="1400" dirty="0"/>
          </a:p>
          <a:p>
            <a:pPr marL="800100" lvl="1" indent="-342900">
              <a:buFont typeface="Arial" panose="020B0604020202020204" pitchFamily="34" charset="0"/>
              <a:buChar char="•"/>
            </a:pPr>
            <a:r>
              <a:rPr lang="en-US" sz="1400" dirty="0"/>
              <a:t>Rain</a:t>
            </a:r>
          </a:p>
          <a:p>
            <a:pPr marL="800100" lvl="1" indent="-342900">
              <a:buFont typeface="Arial" panose="020B0604020202020204" pitchFamily="34" charset="0"/>
              <a:buChar char="•"/>
            </a:pPr>
            <a:r>
              <a:rPr lang="en-US" sz="1400" dirty="0"/>
              <a:t>Snow </a:t>
            </a:r>
          </a:p>
          <a:p>
            <a:endParaRPr lang="en-US" dirty="0"/>
          </a:p>
        </p:txBody>
      </p:sp>
    </p:spTree>
    <p:extLst>
      <p:ext uri="{BB962C8B-B14F-4D97-AF65-F5344CB8AC3E}">
        <p14:creationId xmlns:p14="http://schemas.microsoft.com/office/powerpoint/2010/main" val="2434670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A937-8FB4-D64B-A32F-8C8E9585D726}"/>
              </a:ext>
            </a:extLst>
          </p:cNvPr>
          <p:cNvSpPr>
            <a:spLocks noGrp="1"/>
          </p:cNvSpPr>
          <p:nvPr>
            <p:ph type="title"/>
          </p:nvPr>
        </p:nvSpPr>
        <p:spPr/>
        <p:txBody>
          <a:bodyPr/>
          <a:lstStyle/>
          <a:p>
            <a:r>
              <a:rPr lang="en-US" dirty="0" err="1"/>
              <a:t>Meteostat</a:t>
            </a:r>
            <a:endParaRPr lang="en-US" dirty="0"/>
          </a:p>
        </p:txBody>
      </p:sp>
      <p:sp>
        <p:nvSpPr>
          <p:cNvPr id="3" name="Text Placeholder 2">
            <a:extLst>
              <a:ext uri="{FF2B5EF4-FFF2-40B4-BE49-F238E27FC236}">
                <a16:creationId xmlns:a16="http://schemas.microsoft.com/office/drawing/2014/main" id="{BA218ECB-6ED6-074F-B055-16DB8DB3D2D4}"/>
              </a:ext>
            </a:extLst>
          </p:cNvPr>
          <p:cNvSpPr>
            <a:spLocks noGrp="1"/>
          </p:cNvSpPr>
          <p:nvPr>
            <p:ph type="body" sz="quarter" idx="10"/>
          </p:nvPr>
        </p:nvSpPr>
        <p:spPr>
          <a:xfrm>
            <a:off x="457198" y="1118159"/>
            <a:ext cx="4492795" cy="3242825"/>
          </a:xfrm>
        </p:spPr>
        <p:txBody>
          <a:bodyPr>
            <a:normAutofit fontScale="70000" lnSpcReduction="20000"/>
          </a:bodyPr>
          <a:lstStyle/>
          <a:p>
            <a:pPr marL="457200" indent="-457200">
              <a:buFont typeface="Arial" panose="020B0604020202020204" pitchFamily="34" charset="0"/>
              <a:buChar char="•"/>
            </a:pPr>
            <a:r>
              <a:rPr lang="en-US" b="0" dirty="0"/>
              <a:t>Free open library </a:t>
            </a:r>
            <a:r>
              <a:rPr lang="en-US" b="0" dirty="0">
                <a:hlinkClick r:id="rId3"/>
              </a:rPr>
              <a:t>https://dev.meteostat.net/</a:t>
            </a:r>
            <a:endParaRPr lang="en-US" b="0" dirty="0"/>
          </a:p>
          <a:p>
            <a:pPr marL="457200" indent="-457200">
              <a:buFont typeface="Arial" panose="020B0604020202020204" pitchFamily="34" charset="0"/>
              <a:buChar char="•"/>
            </a:pPr>
            <a:r>
              <a:rPr lang="en-US" b="0" dirty="0"/>
              <a:t>Real-time data</a:t>
            </a:r>
          </a:p>
          <a:p>
            <a:pPr marL="457200" indent="-457200">
              <a:buFont typeface="Arial" panose="020B0604020202020204" pitchFamily="34" charset="0"/>
              <a:buChar char="•"/>
            </a:pPr>
            <a:r>
              <a:rPr lang="en-US" b="0" dirty="0"/>
              <a:t>Data Sources:</a:t>
            </a:r>
          </a:p>
          <a:p>
            <a:pPr marL="1200150" lvl="1" indent="-457200">
              <a:buFont typeface="Arial"/>
              <a:buAutoNum type="arabicParenR"/>
            </a:pPr>
            <a:r>
              <a:rPr lang="en-US" dirty="0">
                <a:effectLst/>
              </a:rPr>
              <a:t>National weather service</a:t>
            </a:r>
          </a:p>
          <a:p>
            <a:pPr marL="1200150" lvl="1" indent="-457200">
              <a:buFont typeface="Arial"/>
              <a:buAutoNum type="arabicParenR"/>
            </a:pPr>
            <a:r>
              <a:rPr lang="en-US" dirty="0">
                <a:effectLst/>
              </a:rPr>
              <a:t>Global dataset (ISD)</a:t>
            </a:r>
          </a:p>
          <a:p>
            <a:pPr marL="1200150" lvl="1" indent="-457200">
              <a:buFont typeface="Arial"/>
              <a:buAutoNum type="arabicParenR"/>
            </a:pPr>
            <a:r>
              <a:rPr lang="en-US" dirty="0">
                <a:effectLst/>
              </a:rPr>
              <a:t>SYNOP reports</a:t>
            </a:r>
          </a:p>
          <a:p>
            <a:pPr marL="1200150" lvl="1" indent="-457200">
              <a:buFont typeface="Arial"/>
              <a:buAutoNum type="arabicParenR"/>
            </a:pPr>
            <a:r>
              <a:rPr lang="en-US" dirty="0">
                <a:effectLst/>
              </a:rPr>
              <a:t>METAR reports</a:t>
            </a:r>
          </a:p>
          <a:p>
            <a:pPr marL="1200150" lvl="1" indent="-457200">
              <a:buFont typeface="Arial"/>
              <a:buAutoNum type="arabicParenR"/>
            </a:pPr>
            <a:r>
              <a:rPr lang="en-US" dirty="0">
                <a:effectLst/>
              </a:rPr>
              <a:t>Model data (MOSMIX, </a:t>
            </a:r>
            <a:r>
              <a:rPr lang="en-US" dirty="0" err="1">
                <a:effectLst/>
              </a:rPr>
              <a:t>Met.no</a:t>
            </a:r>
            <a:r>
              <a:rPr lang="en-US" dirty="0">
                <a:effectLst/>
              </a:rPr>
              <a:t>)</a:t>
            </a:r>
          </a:p>
          <a:p>
            <a:pPr marL="457200" indent="-457200">
              <a:buFont typeface="Arial" panose="020B0604020202020204" pitchFamily="34" charset="0"/>
              <a:buChar char="•"/>
            </a:pPr>
            <a:r>
              <a:rPr lang="en-US" b="0" dirty="0">
                <a:effectLst/>
              </a:rPr>
              <a:t>MOSMIX: forecast model for filling gaps.</a:t>
            </a:r>
            <a:br>
              <a:rPr lang="en-US" b="0" dirty="0">
                <a:effectLst/>
              </a:rPr>
            </a:br>
            <a:r>
              <a:rPr lang="en-US" b="0" dirty="0">
                <a:effectLst/>
              </a:rPr>
              <a:t>No documentation but great performances (SHOW EXAMPLES)</a:t>
            </a:r>
          </a:p>
          <a:p>
            <a:pPr marL="457200" indent="-457200">
              <a:buFont typeface="Arial" panose="020B0604020202020204" pitchFamily="34" charset="0"/>
              <a:buChar char="•"/>
            </a:pPr>
            <a:r>
              <a:rPr lang="en-US" b="0" dirty="0"/>
              <a:t>~2700 locations rather than ~1200 </a:t>
            </a:r>
            <a:br>
              <a:rPr lang="en-US" b="0" dirty="0"/>
            </a:br>
            <a:r>
              <a:rPr lang="en-US" b="0" dirty="0"/>
              <a:t>(SHOW MAP)</a:t>
            </a:r>
            <a:endParaRPr lang="en-US" b="0" dirty="0">
              <a:effectLst/>
            </a:endParaRPr>
          </a:p>
          <a:p>
            <a:pPr marL="457200" indent="-457200">
              <a:buFont typeface="Arial" panose="020B0604020202020204" pitchFamily="34" charset="0"/>
              <a:buChar char="•"/>
            </a:pPr>
            <a:endParaRPr lang="en-US" b="0" dirty="0">
              <a:effectLst/>
            </a:endParaRPr>
          </a:p>
          <a:p>
            <a:pPr marL="457200" indent="-457200">
              <a:buFont typeface="Arial" panose="020B0604020202020204" pitchFamily="34" charset="0"/>
              <a:buChar char="•"/>
            </a:pPr>
            <a:endParaRPr lang="en-US" b="0" dirty="0">
              <a:effectLst/>
            </a:endParaRPr>
          </a:p>
          <a:p>
            <a:pPr lvl="1" indent="0">
              <a:buNone/>
            </a:pPr>
            <a:endParaRPr lang="en-US" dirty="0">
              <a:effectLst/>
            </a:endParaRPr>
          </a:p>
          <a:p>
            <a:pPr marL="1200150" lvl="1" indent="-457200">
              <a:buFont typeface="Arial"/>
              <a:buAutoNum type="arabicParenR"/>
            </a:pPr>
            <a:endParaRPr lang="en-US" dirty="0">
              <a:effectLst/>
            </a:endParaRPr>
          </a:p>
          <a:p>
            <a:pPr marL="1200150" lvl="1" indent="-457200">
              <a:buAutoNum type="arabicParenR"/>
            </a:pPr>
            <a:endParaRPr lang="en-US" b="0" dirty="0"/>
          </a:p>
          <a:p>
            <a:pPr marL="457200" indent="-457200">
              <a:buAutoNum type="arabicParenR"/>
            </a:pPr>
            <a:endParaRPr lang="en-US" b="0" dirty="0"/>
          </a:p>
          <a:p>
            <a:pPr marL="342900" indent="-342900">
              <a:buFont typeface="Arial" panose="020B0604020202020204" pitchFamily="34" charset="0"/>
              <a:buChar char="•"/>
            </a:pPr>
            <a:endParaRPr lang="en-US" b="0" dirty="0"/>
          </a:p>
          <a:p>
            <a:endParaRPr lang="en-US" b="0" dirty="0"/>
          </a:p>
        </p:txBody>
      </p:sp>
      <p:pic>
        <p:nvPicPr>
          <p:cNvPr id="7" name="Picture 6" descr="A screenshot of a computer&#10;&#10;Description automatically generated">
            <a:extLst>
              <a:ext uri="{FF2B5EF4-FFF2-40B4-BE49-F238E27FC236}">
                <a16:creationId xmlns:a16="http://schemas.microsoft.com/office/drawing/2014/main" id="{FA236948-4C9F-09A1-4040-7AEA2FC5EB0D}"/>
              </a:ext>
            </a:extLst>
          </p:cNvPr>
          <p:cNvPicPr>
            <a:picLocks noChangeAspect="1"/>
          </p:cNvPicPr>
          <p:nvPr/>
        </p:nvPicPr>
        <p:blipFill>
          <a:blip r:embed="rId4"/>
          <a:stretch>
            <a:fillRect/>
          </a:stretch>
        </p:blipFill>
        <p:spPr>
          <a:xfrm>
            <a:off x="4853770" y="1118159"/>
            <a:ext cx="4290230" cy="3749088"/>
          </a:xfrm>
          <a:prstGeom prst="rect">
            <a:avLst/>
          </a:prstGeom>
        </p:spPr>
      </p:pic>
    </p:spTree>
    <p:extLst>
      <p:ext uri="{BB962C8B-B14F-4D97-AF65-F5344CB8AC3E}">
        <p14:creationId xmlns:p14="http://schemas.microsoft.com/office/powerpoint/2010/main" val="189515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A937-8FB4-D64B-A32F-8C8E9585D726}"/>
              </a:ext>
            </a:extLst>
          </p:cNvPr>
          <p:cNvSpPr>
            <a:spLocks noGrp="1"/>
          </p:cNvSpPr>
          <p:nvPr>
            <p:ph type="title"/>
          </p:nvPr>
        </p:nvSpPr>
        <p:spPr/>
        <p:txBody>
          <a:bodyPr/>
          <a:lstStyle/>
          <a:p>
            <a:r>
              <a:rPr lang="en-US" dirty="0"/>
              <a:t>Design conditions</a:t>
            </a:r>
          </a:p>
        </p:txBody>
      </p:sp>
      <p:sp>
        <p:nvSpPr>
          <p:cNvPr id="3" name="Text Placeholder 2">
            <a:extLst>
              <a:ext uri="{FF2B5EF4-FFF2-40B4-BE49-F238E27FC236}">
                <a16:creationId xmlns:a16="http://schemas.microsoft.com/office/drawing/2014/main" id="{BA218ECB-6ED6-074F-B055-16DB8DB3D2D4}"/>
              </a:ext>
            </a:extLst>
          </p:cNvPr>
          <p:cNvSpPr>
            <a:spLocks noGrp="1"/>
          </p:cNvSpPr>
          <p:nvPr>
            <p:ph type="body" sz="quarter" idx="10"/>
          </p:nvPr>
        </p:nvSpPr>
        <p:spPr>
          <a:xfrm>
            <a:off x="457198" y="1118159"/>
            <a:ext cx="4314995" cy="3789301"/>
          </a:xfrm>
        </p:spPr>
        <p:txBody>
          <a:bodyPr>
            <a:normAutofit/>
          </a:bodyPr>
          <a:lstStyle/>
          <a:p>
            <a:pPr marL="457200" indent="-457200">
              <a:buFont typeface="Arial" panose="020B0604020202020204" pitchFamily="34" charset="0"/>
              <a:buChar char="•"/>
            </a:pPr>
            <a:r>
              <a:rPr lang="en-US" b="0" dirty="0"/>
              <a:t>2021 Design conditions extracted from all published ASHRAE locations.</a:t>
            </a:r>
          </a:p>
          <a:p>
            <a:pPr marL="457200" indent="-457200">
              <a:buFont typeface="Arial" panose="020B0604020202020204" pitchFamily="34" charset="0"/>
              <a:buChar char="•"/>
            </a:pPr>
            <a:r>
              <a:rPr lang="en-US" b="0" dirty="0">
                <a:effectLst/>
              </a:rPr>
              <a:t>N</a:t>
            </a:r>
            <a:r>
              <a:rPr lang="en-US" b="0" dirty="0"/>
              <a:t>o DDYs/STATs creation</a:t>
            </a:r>
          </a:p>
          <a:p>
            <a:pPr marL="457200" indent="-457200">
              <a:buFont typeface="Arial" panose="020B0604020202020204" pitchFamily="34" charset="0"/>
              <a:buChar char="•"/>
            </a:pPr>
            <a:r>
              <a:rPr lang="en-US" b="0" dirty="0">
                <a:effectLst/>
              </a:rPr>
              <a:t>No Ground Temperatures in header</a:t>
            </a:r>
          </a:p>
          <a:p>
            <a:pPr marL="457200" indent="-457200">
              <a:buFont typeface="Arial" panose="020B0604020202020204" pitchFamily="34" charset="0"/>
              <a:buChar char="•"/>
            </a:pPr>
            <a:r>
              <a:rPr lang="en-US" b="0" dirty="0"/>
              <a:t>No typical/extreme period in the header</a:t>
            </a:r>
            <a:endParaRPr lang="en-US" b="0" dirty="0">
              <a:effectLst/>
            </a:endParaRPr>
          </a:p>
          <a:p>
            <a:pPr marL="457200" indent="-457200">
              <a:buFont typeface="Arial" panose="020B0604020202020204" pitchFamily="34" charset="0"/>
              <a:buChar char="•"/>
            </a:pPr>
            <a:endParaRPr lang="en-US" b="0" dirty="0">
              <a:effectLst/>
            </a:endParaRPr>
          </a:p>
          <a:p>
            <a:pPr marL="457200" indent="-457200">
              <a:buFont typeface="Arial" panose="020B0604020202020204" pitchFamily="34" charset="0"/>
              <a:buChar char="•"/>
            </a:pPr>
            <a:endParaRPr lang="en-US" b="0" dirty="0">
              <a:effectLst/>
            </a:endParaRPr>
          </a:p>
          <a:p>
            <a:pPr marL="1200150" lvl="1" indent="-457200">
              <a:buFont typeface="Arial"/>
              <a:buAutoNum type="arabicParenR"/>
            </a:pPr>
            <a:endParaRPr lang="en-US" dirty="0">
              <a:effectLst/>
            </a:endParaRPr>
          </a:p>
          <a:p>
            <a:pPr marL="1200150" lvl="1" indent="-457200">
              <a:buFont typeface="Arial"/>
              <a:buAutoNum type="arabicParenR"/>
            </a:pPr>
            <a:endParaRPr lang="en-US" dirty="0">
              <a:effectLst/>
            </a:endParaRPr>
          </a:p>
          <a:p>
            <a:pPr marL="1200150" lvl="1" indent="-457200">
              <a:buAutoNum type="arabicParenR"/>
            </a:pPr>
            <a:endParaRPr lang="en-US" b="0" dirty="0"/>
          </a:p>
          <a:p>
            <a:pPr marL="457200" indent="-457200">
              <a:buAutoNum type="arabicParenR"/>
            </a:pPr>
            <a:endParaRPr lang="en-US" b="0" dirty="0"/>
          </a:p>
          <a:p>
            <a:pPr marL="342900" indent="-342900">
              <a:buFont typeface="Arial" panose="020B0604020202020204" pitchFamily="34" charset="0"/>
              <a:buChar char="•"/>
            </a:pPr>
            <a:endParaRPr lang="en-US" b="0" dirty="0"/>
          </a:p>
          <a:p>
            <a:endParaRPr lang="en-US" b="0" dirty="0"/>
          </a:p>
        </p:txBody>
      </p:sp>
      <p:pic>
        <p:nvPicPr>
          <p:cNvPr id="5" name="Picture 4" descr="A table of numbers and a number of numbers&#10;&#10;Description automatically generated with medium confidence">
            <a:extLst>
              <a:ext uri="{FF2B5EF4-FFF2-40B4-BE49-F238E27FC236}">
                <a16:creationId xmlns:a16="http://schemas.microsoft.com/office/drawing/2014/main" id="{340230D0-D17A-DB5C-18BB-313694CD9127}"/>
              </a:ext>
            </a:extLst>
          </p:cNvPr>
          <p:cNvPicPr>
            <a:picLocks noChangeAspect="1"/>
          </p:cNvPicPr>
          <p:nvPr/>
        </p:nvPicPr>
        <p:blipFill>
          <a:blip r:embed="rId3"/>
          <a:stretch>
            <a:fillRect/>
          </a:stretch>
        </p:blipFill>
        <p:spPr>
          <a:xfrm>
            <a:off x="5066683" y="0"/>
            <a:ext cx="4077317" cy="5143500"/>
          </a:xfrm>
          <a:prstGeom prst="rect">
            <a:avLst/>
          </a:prstGeom>
        </p:spPr>
      </p:pic>
    </p:spTree>
    <p:extLst>
      <p:ext uri="{BB962C8B-B14F-4D97-AF65-F5344CB8AC3E}">
        <p14:creationId xmlns:p14="http://schemas.microsoft.com/office/powerpoint/2010/main" val="2413167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A937-8FB4-D64B-A32F-8C8E9585D726}"/>
              </a:ext>
            </a:extLst>
          </p:cNvPr>
          <p:cNvSpPr>
            <a:spLocks noGrp="1"/>
          </p:cNvSpPr>
          <p:nvPr>
            <p:ph type="title"/>
          </p:nvPr>
        </p:nvSpPr>
        <p:spPr/>
        <p:txBody>
          <a:bodyPr/>
          <a:lstStyle/>
          <a:p>
            <a:r>
              <a:rPr lang="en-US" dirty="0"/>
              <a:t>DEMO</a:t>
            </a:r>
          </a:p>
        </p:txBody>
      </p:sp>
      <p:sp>
        <p:nvSpPr>
          <p:cNvPr id="3" name="Text Placeholder 2">
            <a:extLst>
              <a:ext uri="{FF2B5EF4-FFF2-40B4-BE49-F238E27FC236}">
                <a16:creationId xmlns:a16="http://schemas.microsoft.com/office/drawing/2014/main" id="{BA218ECB-6ED6-074F-B055-16DB8DB3D2D4}"/>
              </a:ext>
            </a:extLst>
          </p:cNvPr>
          <p:cNvSpPr>
            <a:spLocks noGrp="1"/>
          </p:cNvSpPr>
          <p:nvPr>
            <p:ph type="body" sz="quarter" idx="10"/>
          </p:nvPr>
        </p:nvSpPr>
        <p:spPr>
          <a:xfrm>
            <a:off x="457198" y="1118159"/>
            <a:ext cx="4314995" cy="3789301"/>
          </a:xfrm>
        </p:spPr>
        <p:txBody>
          <a:bodyPr>
            <a:normAutofit/>
          </a:bodyPr>
          <a:lstStyle/>
          <a:p>
            <a:pPr marL="457200" indent="-457200">
              <a:buFont typeface="Arial" panose="020B0604020202020204" pitchFamily="34" charset="0"/>
              <a:buChar char="•"/>
            </a:pPr>
            <a:endParaRPr lang="en-US" b="0" dirty="0">
              <a:effectLst/>
            </a:endParaRPr>
          </a:p>
          <a:p>
            <a:pPr marL="457200" indent="-457200">
              <a:buFont typeface="Arial" panose="020B0604020202020204" pitchFamily="34" charset="0"/>
              <a:buChar char="•"/>
            </a:pPr>
            <a:endParaRPr lang="en-US" b="0" dirty="0">
              <a:effectLst/>
            </a:endParaRPr>
          </a:p>
          <a:p>
            <a:pPr marL="1200150" lvl="1" indent="-457200">
              <a:buFont typeface="Arial"/>
              <a:buAutoNum type="arabicParenR"/>
            </a:pPr>
            <a:endParaRPr lang="en-US" dirty="0">
              <a:effectLst/>
            </a:endParaRPr>
          </a:p>
          <a:p>
            <a:pPr marL="1200150" lvl="1" indent="-457200">
              <a:buFont typeface="Arial"/>
              <a:buAutoNum type="arabicParenR"/>
            </a:pPr>
            <a:endParaRPr lang="en-US" dirty="0">
              <a:effectLst/>
            </a:endParaRPr>
          </a:p>
          <a:p>
            <a:pPr marL="1200150" lvl="1" indent="-457200">
              <a:buAutoNum type="arabicParenR"/>
            </a:pPr>
            <a:endParaRPr lang="en-US" b="0" dirty="0"/>
          </a:p>
          <a:p>
            <a:pPr marL="457200" indent="-457200">
              <a:buAutoNum type="arabicParenR"/>
            </a:pPr>
            <a:endParaRPr lang="en-US" b="0" dirty="0"/>
          </a:p>
          <a:p>
            <a:pPr marL="342900" indent="-342900">
              <a:buFont typeface="Arial" panose="020B0604020202020204" pitchFamily="34" charset="0"/>
              <a:buChar char="•"/>
            </a:pPr>
            <a:endParaRPr lang="en-US" b="0" dirty="0"/>
          </a:p>
          <a:p>
            <a:endParaRPr lang="en-US" b="0" dirty="0"/>
          </a:p>
        </p:txBody>
      </p:sp>
      <p:pic>
        <p:nvPicPr>
          <p:cNvPr id="4" name="Picture 3" descr="A screenshot of a computer&#10;&#10;Description automatically generated">
            <a:extLst>
              <a:ext uri="{FF2B5EF4-FFF2-40B4-BE49-F238E27FC236}">
                <a16:creationId xmlns:a16="http://schemas.microsoft.com/office/drawing/2014/main" id="{80C5E0DC-06C1-45C2-1417-4E39B3D55905}"/>
              </a:ext>
            </a:extLst>
          </p:cNvPr>
          <p:cNvPicPr>
            <a:picLocks noChangeAspect="1"/>
          </p:cNvPicPr>
          <p:nvPr/>
        </p:nvPicPr>
        <p:blipFill>
          <a:blip r:embed="rId3"/>
          <a:srcRect t="1163"/>
          <a:stretch/>
        </p:blipFill>
        <p:spPr>
          <a:xfrm>
            <a:off x="5674543" y="1561678"/>
            <a:ext cx="3560857" cy="2902261"/>
          </a:xfrm>
          <a:prstGeom prst="rect">
            <a:avLst/>
          </a:prstGeom>
        </p:spPr>
      </p:pic>
      <p:sp>
        <p:nvSpPr>
          <p:cNvPr id="6" name="TextBox 5">
            <a:extLst>
              <a:ext uri="{FF2B5EF4-FFF2-40B4-BE49-F238E27FC236}">
                <a16:creationId xmlns:a16="http://schemas.microsoft.com/office/drawing/2014/main" id="{414BC100-C2B1-52CF-E9F9-78FF30902AAF}"/>
              </a:ext>
            </a:extLst>
          </p:cNvPr>
          <p:cNvSpPr txBox="1"/>
          <p:nvPr/>
        </p:nvSpPr>
        <p:spPr>
          <a:xfrm>
            <a:off x="546476" y="1450054"/>
            <a:ext cx="1525803" cy="1477328"/>
          </a:xfrm>
          <a:prstGeom prst="rect">
            <a:avLst/>
          </a:prstGeom>
          <a:noFill/>
          <a:ln>
            <a:solidFill>
              <a:schemeClr val="accent1"/>
            </a:solidFill>
          </a:ln>
        </p:spPr>
        <p:txBody>
          <a:bodyPr wrap="square" rtlCol="0">
            <a:spAutoFit/>
          </a:bodyPr>
          <a:lstStyle/>
          <a:p>
            <a:r>
              <a:rPr lang="en-US" dirty="0"/>
              <a:t>Input:</a:t>
            </a:r>
          </a:p>
          <a:p>
            <a:pPr marL="285750" indent="-285750">
              <a:buFont typeface="Arial" panose="020B0604020202020204" pitchFamily="34" charset="0"/>
              <a:buChar char="•"/>
            </a:pPr>
            <a:r>
              <a:rPr lang="en-US" dirty="0"/>
              <a:t>Latitude</a:t>
            </a:r>
          </a:p>
          <a:p>
            <a:pPr marL="285750" indent="-285750">
              <a:buFont typeface="Arial" panose="020B0604020202020204" pitchFamily="34" charset="0"/>
              <a:buChar char="•"/>
            </a:pPr>
            <a:r>
              <a:rPr lang="en-US" dirty="0"/>
              <a:t>Longitude</a:t>
            </a:r>
          </a:p>
          <a:p>
            <a:pPr marL="285750" indent="-285750">
              <a:buFont typeface="Arial" panose="020B0604020202020204" pitchFamily="34" charset="0"/>
              <a:buChar char="•"/>
            </a:pPr>
            <a:r>
              <a:rPr lang="en-US" dirty="0"/>
              <a:t>Year</a:t>
            </a:r>
          </a:p>
          <a:p>
            <a:pPr marL="285750" indent="-285750">
              <a:buFont typeface="Arial" panose="020B0604020202020204" pitchFamily="34" charset="0"/>
              <a:buChar char="•"/>
            </a:pPr>
            <a:r>
              <a:rPr lang="en-US" dirty="0"/>
              <a:t>Name</a:t>
            </a:r>
          </a:p>
        </p:txBody>
      </p:sp>
      <p:cxnSp>
        <p:nvCxnSpPr>
          <p:cNvPr id="8" name="Straight Arrow Connector 7">
            <a:extLst>
              <a:ext uri="{FF2B5EF4-FFF2-40B4-BE49-F238E27FC236}">
                <a16:creationId xmlns:a16="http://schemas.microsoft.com/office/drawing/2014/main" id="{2FED1DBD-882C-B984-2BED-473DFE4C6ABD}"/>
              </a:ext>
            </a:extLst>
          </p:cNvPr>
          <p:cNvCxnSpPr>
            <a:cxnSpLocks/>
            <a:stCxn id="6" idx="3"/>
            <a:endCxn id="13" idx="1"/>
          </p:cNvCxnSpPr>
          <p:nvPr/>
        </p:nvCxnSpPr>
        <p:spPr>
          <a:xfrm flipV="1">
            <a:off x="2072279" y="1579824"/>
            <a:ext cx="555496" cy="6088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9682608-3A0F-E7DD-2690-23E32ECE04A6}"/>
              </a:ext>
            </a:extLst>
          </p:cNvPr>
          <p:cNvSpPr txBox="1"/>
          <p:nvPr/>
        </p:nvSpPr>
        <p:spPr>
          <a:xfrm>
            <a:off x="2627774" y="3419678"/>
            <a:ext cx="2927157" cy="369332"/>
          </a:xfrm>
          <a:prstGeom prst="rect">
            <a:avLst/>
          </a:prstGeom>
          <a:noFill/>
          <a:ln>
            <a:solidFill>
              <a:schemeClr val="accent1"/>
            </a:solidFill>
          </a:ln>
        </p:spPr>
        <p:txBody>
          <a:bodyPr wrap="square" rtlCol="0">
            <a:spAutoFit/>
          </a:bodyPr>
          <a:lstStyle/>
          <a:p>
            <a:r>
              <a:rPr lang="en-US" dirty="0"/>
              <a:t>3) Splice the two </a:t>
            </a:r>
            <a:r>
              <a:rPr lang="en-US" dirty="0" err="1"/>
              <a:t>daframes</a:t>
            </a:r>
            <a:endParaRPr lang="en-US" dirty="0"/>
          </a:p>
        </p:txBody>
      </p:sp>
      <p:sp>
        <p:nvSpPr>
          <p:cNvPr id="13" name="TextBox 12">
            <a:extLst>
              <a:ext uri="{FF2B5EF4-FFF2-40B4-BE49-F238E27FC236}">
                <a16:creationId xmlns:a16="http://schemas.microsoft.com/office/drawing/2014/main" id="{97BFDEDC-A081-82E4-77FC-1B8DCE2B3B85}"/>
              </a:ext>
            </a:extLst>
          </p:cNvPr>
          <p:cNvSpPr txBox="1"/>
          <p:nvPr/>
        </p:nvSpPr>
        <p:spPr>
          <a:xfrm>
            <a:off x="2627775" y="1118159"/>
            <a:ext cx="2927157" cy="923330"/>
          </a:xfrm>
          <a:prstGeom prst="rect">
            <a:avLst/>
          </a:prstGeom>
          <a:noFill/>
          <a:ln>
            <a:solidFill>
              <a:schemeClr val="accent1"/>
            </a:solidFill>
          </a:ln>
        </p:spPr>
        <p:txBody>
          <a:bodyPr wrap="square" rtlCol="0">
            <a:spAutoFit/>
          </a:bodyPr>
          <a:lstStyle/>
          <a:p>
            <a:r>
              <a:rPr lang="en-US" dirty="0"/>
              <a:t>1) Find the closest </a:t>
            </a:r>
            <a:r>
              <a:rPr lang="en-US" dirty="0" err="1"/>
              <a:t>Meteostat</a:t>
            </a:r>
            <a:endParaRPr lang="en-US" dirty="0"/>
          </a:p>
          <a:p>
            <a:r>
              <a:rPr lang="en-US" dirty="0"/>
              <a:t>location with less than 3h gap within 100mi.</a:t>
            </a:r>
          </a:p>
        </p:txBody>
      </p:sp>
      <p:cxnSp>
        <p:nvCxnSpPr>
          <p:cNvPr id="17" name="Straight Arrow Connector 16">
            <a:extLst>
              <a:ext uri="{FF2B5EF4-FFF2-40B4-BE49-F238E27FC236}">
                <a16:creationId xmlns:a16="http://schemas.microsoft.com/office/drawing/2014/main" id="{CEA27677-515E-BE8E-B7DB-31FAEBD04889}"/>
              </a:ext>
            </a:extLst>
          </p:cNvPr>
          <p:cNvCxnSpPr>
            <a:cxnSpLocks/>
            <a:stCxn id="13" idx="2"/>
            <a:endCxn id="21" idx="0"/>
          </p:cNvCxnSpPr>
          <p:nvPr/>
        </p:nvCxnSpPr>
        <p:spPr>
          <a:xfrm flipH="1">
            <a:off x="4091353" y="2041489"/>
            <a:ext cx="1" cy="2227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CB796CDF-F4AD-5038-6D99-32324E41A74F}"/>
              </a:ext>
            </a:extLst>
          </p:cNvPr>
          <p:cNvSpPr txBox="1"/>
          <p:nvPr/>
        </p:nvSpPr>
        <p:spPr>
          <a:xfrm>
            <a:off x="2627774" y="2264242"/>
            <a:ext cx="2927157" cy="923330"/>
          </a:xfrm>
          <a:prstGeom prst="rect">
            <a:avLst/>
          </a:prstGeom>
          <a:noFill/>
          <a:ln>
            <a:solidFill>
              <a:schemeClr val="accent1"/>
            </a:solidFill>
          </a:ln>
        </p:spPr>
        <p:txBody>
          <a:bodyPr wrap="square" rtlCol="0">
            <a:spAutoFit/>
          </a:bodyPr>
          <a:lstStyle/>
          <a:p>
            <a:r>
              <a:rPr lang="en-US" dirty="0"/>
              <a:t>2) Gather the EPW for the selected station coordinates from MERRA2</a:t>
            </a:r>
          </a:p>
        </p:txBody>
      </p:sp>
      <p:cxnSp>
        <p:nvCxnSpPr>
          <p:cNvPr id="27" name="Straight Arrow Connector 26">
            <a:extLst>
              <a:ext uri="{FF2B5EF4-FFF2-40B4-BE49-F238E27FC236}">
                <a16:creationId xmlns:a16="http://schemas.microsoft.com/office/drawing/2014/main" id="{6BE4CF5F-0FA6-64E6-4083-E7748A985F11}"/>
              </a:ext>
            </a:extLst>
          </p:cNvPr>
          <p:cNvCxnSpPr>
            <a:cxnSpLocks/>
            <a:stCxn id="21" idx="2"/>
            <a:endCxn id="9" idx="0"/>
          </p:cNvCxnSpPr>
          <p:nvPr/>
        </p:nvCxnSpPr>
        <p:spPr>
          <a:xfrm>
            <a:off x="4091353" y="3187572"/>
            <a:ext cx="0" cy="2321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C2AE773D-AAB8-7AF0-B078-97127AF3036A}"/>
              </a:ext>
            </a:extLst>
          </p:cNvPr>
          <p:cNvSpPr txBox="1"/>
          <p:nvPr/>
        </p:nvSpPr>
        <p:spPr>
          <a:xfrm>
            <a:off x="2627774" y="4021116"/>
            <a:ext cx="2927157" cy="923330"/>
          </a:xfrm>
          <a:prstGeom prst="rect">
            <a:avLst/>
          </a:prstGeom>
          <a:noFill/>
          <a:ln>
            <a:solidFill>
              <a:schemeClr val="accent1"/>
            </a:solidFill>
          </a:ln>
        </p:spPr>
        <p:txBody>
          <a:bodyPr wrap="square" rtlCol="0">
            <a:spAutoFit/>
          </a:bodyPr>
          <a:lstStyle/>
          <a:p>
            <a:r>
              <a:rPr lang="en-US" dirty="0"/>
              <a:t>4) Insert the header with design conditions and other customized information</a:t>
            </a:r>
          </a:p>
        </p:txBody>
      </p:sp>
      <p:cxnSp>
        <p:nvCxnSpPr>
          <p:cNvPr id="37" name="Straight Arrow Connector 36">
            <a:extLst>
              <a:ext uri="{FF2B5EF4-FFF2-40B4-BE49-F238E27FC236}">
                <a16:creationId xmlns:a16="http://schemas.microsoft.com/office/drawing/2014/main" id="{951CE1F1-B70C-346D-A828-E37BA3E8B00E}"/>
              </a:ext>
            </a:extLst>
          </p:cNvPr>
          <p:cNvCxnSpPr>
            <a:cxnSpLocks/>
            <a:stCxn id="9" idx="2"/>
            <a:endCxn id="36" idx="0"/>
          </p:cNvCxnSpPr>
          <p:nvPr/>
        </p:nvCxnSpPr>
        <p:spPr>
          <a:xfrm>
            <a:off x="4091353" y="3789010"/>
            <a:ext cx="0" cy="2321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1AFCB497-6BC0-64C7-4F86-7B33C7D7A78A}"/>
              </a:ext>
            </a:extLst>
          </p:cNvPr>
          <p:cNvSpPr txBox="1"/>
          <p:nvPr/>
        </p:nvSpPr>
        <p:spPr>
          <a:xfrm>
            <a:off x="248892" y="3419678"/>
            <a:ext cx="1942420" cy="1477328"/>
          </a:xfrm>
          <a:prstGeom prst="rect">
            <a:avLst/>
          </a:prstGeom>
          <a:noFill/>
          <a:ln>
            <a:solidFill>
              <a:schemeClr val="accent1"/>
            </a:solidFill>
          </a:ln>
        </p:spPr>
        <p:txBody>
          <a:bodyPr wrap="square" rtlCol="0">
            <a:spAutoFit/>
          </a:bodyPr>
          <a:lstStyle/>
          <a:p>
            <a:r>
              <a:rPr lang="en-US" dirty="0"/>
              <a:t>Save EPW file and print out:</a:t>
            </a:r>
          </a:p>
          <a:p>
            <a:pPr marL="285750" indent="-285750">
              <a:buFont typeface="Arial" panose="020B0604020202020204" pitchFamily="34" charset="0"/>
              <a:buChar char="•"/>
            </a:pPr>
            <a:r>
              <a:rPr lang="en-US" dirty="0"/>
              <a:t>Station distance</a:t>
            </a:r>
          </a:p>
          <a:p>
            <a:pPr marL="285750" indent="-285750">
              <a:buFont typeface="Arial" panose="020B0604020202020204" pitchFamily="34" charset="0"/>
              <a:buChar char="•"/>
            </a:pPr>
            <a:r>
              <a:rPr lang="en-US" dirty="0"/>
              <a:t>HDD/CDD</a:t>
            </a:r>
          </a:p>
        </p:txBody>
      </p:sp>
      <p:cxnSp>
        <p:nvCxnSpPr>
          <p:cNvPr id="45" name="Straight Arrow Connector 44">
            <a:extLst>
              <a:ext uri="{FF2B5EF4-FFF2-40B4-BE49-F238E27FC236}">
                <a16:creationId xmlns:a16="http://schemas.microsoft.com/office/drawing/2014/main" id="{713658AD-A818-BFC6-3555-FB7E43106EE5}"/>
              </a:ext>
            </a:extLst>
          </p:cNvPr>
          <p:cNvCxnSpPr>
            <a:cxnSpLocks/>
            <a:stCxn id="36" idx="1"/>
            <a:endCxn id="44" idx="3"/>
          </p:cNvCxnSpPr>
          <p:nvPr/>
        </p:nvCxnSpPr>
        <p:spPr>
          <a:xfrm flipH="1" flipV="1">
            <a:off x="2191312" y="4158342"/>
            <a:ext cx="436462" cy="3244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889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A937-8FB4-D64B-A32F-8C8E9585D726}"/>
              </a:ext>
            </a:extLst>
          </p:cNvPr>
          <p:cNvSpPr>
            <a:spLocks noGrp="1"/>
          </p:cNvSpPr>
          <p:nvPr>
            <p:ph type="title"/>
          </p:nvPr>
        </p:nvSpPr>
        <p:spPr/>
        <p:txBody>
          <a:bodyPr/>
          <a:lstStyle/>
          <a:p>
            <a:r>
              <a:rPr lang="en-US" dirty="0"/>
              <a:t>To summarize:</a:t>
            </a:r>
          </a:p>
        </p:txBody>
      </p:sp>
      <p:sp>
        <p:nvSpPr>
          <p:cNvPr id="3" name="Text Placeholder 2">
            <a:extLst>
              <a:ext uri="{FF2B5EF4-FFF2-40B4-BE49-F238E27FC236}">
                <a16:creationId xmlns:a16="http://schemas.microsoft.com/office/drawing/2014/main" id="{BA218ECB-6ED6-074F-B055-16DB8DB3D2D4}"/>
              </a:ext>
            </a:extLst>
          </p:cNvPr>
          <p:cNvSpPr>
            <a:spLocks noGrp="1"/>
          </p:cNvSpPr>
          <p:nvPr>
            <p:ph type="body" sz="quarter" idx="10"/>
          </p:nvPr>
        </p:nvSpPr>
        <p:spPr>
          <a:xfrm>
            <a:off x="457198" y="1118159"/>
            <a:ext cx="4314995" cy="3789301"/>
          </a:xfrm>
        </p:spPr>
        <p:txBody>
          <a:bodyPr>
            <a:normAutofit/>
          </a:bodyPr>
          <a:lstStyle/>
          <a:p>
            <a:pPr marL="457200" indent="-457200">
              <a:buFont typeface="Arial" panose="020B0604020202020204" pitchFamily="34" charset="0"/>
              <a:buChar char="•"/>
            </a:pPr>
            <a:r>
              <a:rPr lang="en-US" b="0" dirty="0">
                <a:effectLst/>
              </a:rPr>
              <a:t>More locations</a:t>
            </a:r>
          </a:p>
          <a:p>
            <a:pPr marL="457200" indent="-457200">
              <a:buFont typeface="Arial" panose="020B0604020202020204" pitchFamily="34" charset="0"/>
              <a:buChar char="•"/>
            </a:pPr>
            <a:r>
              <a:rPr lang="en-US" b="0" dirty="0"/>
              <a:t>Quality check taken care</a:t>
            </a:r>
          </a:p>
          <a:p>
            <a:pPr marL="457200" indent="-457200">
              <a:buFont typeface="Arial" panose="020B0604020202020204" pitchFamily="34" charset="0"/>
              <a:buChar char="•"/>
            </a:pPr>
            <a:r>
              <a:rPr lang="en-US" b="0" dirty="0">
                <a:effectLst/>
              </a:rPr>
              <a:t>All the variables in the EPW filled with measured or modeled data</a:t>
            </a:r>
          </a:p>
          <a:p>
            <a:pPr marL="457200" indent="-457200">
              <a:buFont typeface="Arial" panose="020B0604020202020204" pitchFamily="34" charset="0"/>
              <a:buChar char="•"/>
            </a:pPr>
            <a:r>
              <a:rPr lang="en-US" b="0" dirty="0"/>
              <a:t>Data available for the last completed year</a:t>
            </a:r>
          </a:p>
          <a:p>
            <a:pPr marL="457200" indent="-457200">
              <a:buFont typeface="Arial" panose="020B0604020202020204" pitchFamily="34" charset="0"/>
              <a:buChar char="•"/>
            </a:pPr>
            <a:r>
              <a:rPr lang="en-US" b="0" dirty="0">
                <a:effectLst/>
              </a:rPr>
              <a:t>Data available everywhere</a:t>
            </a:r>
          </a:p>
          <a:p>
            <a:pPr marL="457200" indent="-457200">
              <a:buFont typeface="Arial" panose="020B0604020202020204" pitchFamily="34" charset="0"/>
              <a:buChar char="•"/>
            </a:pPr>
            <a:r>
              <a:rPr lang="en-US" b="0" dirty="0"/>
              <a:t>2021 design Conditions</a:t>
            </a:r>
            <a:endParaRPr lang="en-US" b="0" dirty="0">
              <a:effectLst/>
            </a:endParaRPr>
          </a:p>
          <a:p>
            <a:pPr marL="457200" indent="-457200">
              <a:buFont typeface="Arial" panose="020B0604020202020204" pitchFamily="34" charset="0"/>
              <a:buChar char="•"/>
            </a:pPr>
            <a:endParaRPr lang="en-US" b="0" dirty="0">
              <a:effectLst/>
            </a:endParaRPr>
          </a:p>
          <a:p>
            <a:pPr marL="1200150" lvl="1" indent="-457200">
              <a:buFont typeface="Arial"/>
              <a:buAutoNum type="arabicParenR"/>
            </a:pPr>
            <a:endParaRPr lang="en-US" dirty="0">
              <a:effectLst/>
            </a:endParaRPr>
          </a:p>
          <a:p>
            <a:pPr marL="1200150" lvl="1" indent="-457200">
              <a:buFont typeface="Arial"/>
              <a:buAutoNum type="arabicParenR"/>
            </a:pPr>
            <a:endParaRPr lang="en-US" dirty="0">
              <a:effectLst/>
            </a:endParaRPr>
          </a:p>
          <a:p>
            <a:pPr marL="1200150" lvl="1" indent="-457200">
              <a:buAutoNum type="arabicParenR"/>
            </a:pPr>
            <a:endParaRPr lang="en-US" b="0" dirty="0"/>
          </a:p>
          <a:p>
            <a:pPr marL="457200" indent="-457200">
              <a:buAutoNum type="arabicParenR"/>
            </a:pPr>
            <a:endParaRPr lang="en-US" b="0" dirty="0"/>
          </a:p>
          <a:p>
            <a:pPr marL="342900" indent="-342900">
              <a:buFont typeface="Arial" panose="020B0604020202020204" pitchFamily="34" charset="0"/>
              <a:buChar char="•"/>
            </a:pPr>
            <a:endParaRPr lang="en-US" b="0" dirty="0"/>
          </a:p>
          <a:p>
            <a:endParaRPr lang="en-US" b="0" dirty="0"/>
          </a:p>
        </p:txBody>
      </p:sp>
    </p:spTree>
    <p:extLst>
      <p:ext uri="{BB962C8B-B14F-4D97-AF65-F5344CB8AC3E}">
        <p14:creationId xmlns:p14="http://schemas.microsoft.com/office/powerpoint/2010/main" val="1214939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A937-8FB4-D64B-A32F-8C8E9585D726}"/>
              </a:ext>
            </a:extLst>
          </p:cNvPr>
          <p:cNvSpPr>
            <a:spLocks noGrp="1"/>
          </p:cNvSpPr>
          <p:nvPr>
            <p:ph type="title"/>
          </p:nvPr>
        </p:nvSpPr>
        <p:spPr/>
        <p:txBody>
          <a:bodyPr/>
          <a:lstStyle/>
          <a:p>
            <a:r>
              <a:rPr lang="en-US" dirty="0"/>
              <a:t>Future editions/ideas</a:t>
            </a:r>
          </a:p>
        </p:txBody>
      </p:sp>
      <p:sp>
        <p:nvSpPr>
          <p:cNvPr id="3" name="Text Placeholder 2">
            <a:extLst>
              <a:ext uri="{FF2B5EF4-FFF2-40B4-BE49-F238E27FC236}">
                <a16:creationId xmlns:a16="http://schemas.microsoft.com/office/drawing/2014/main" id="{BA218ECB-6ED6-074F-B055-16DB8DB3D2D4}"/>
              </a:ext>
            </a:extLst>
          </p:cNvPr>
          <p:cNvSpPr>
            <a:spLocks noGrp="1"/>
          </p:cNvSpPr>
          <p:nvPr>
            <p:ph type="body" sz="quarter" idx="10"/>
          </p:nvPr>
        </p:nvSpPr>
        <p:spPr>
          <a:xfrm>
            <a:off x="457198" y="1118159"/>
            <a:ext cx="4314995" cy="3789301"/>
          </a:xfrm>
        </p:spPr>
        <p:txBody>
          <a:bodyPr>
            <a:normAutofit/>
          </a:bodyPr>
          <a:lstStyle/>
          <a:p>
            <a:pPr marL="457200" indent="-457200">
              <a:buFont typeface="Arial" panose="020B0604020202020204" pitchFamily="34" charset="0"/>
              <a:buChar char="•"/>
            </a:pPr>
            <a:endParaRPr lang="en-US" b="0" dirty="0">
              <a:effectLst/>
            </a:endParaRPr>
          </a:p>
          <a:p>
            <a:pPr marL="457200" indent="-457200">
              <a:buFont typeface="Arial" panose="020B0604020202020204" pitchFamily="34" charset="0"/>
              <a:buChar char="•"/>
            </a:pPr>
            <a:endParaRPr lang="en-US" b="0" dirty="0">
              <a:effectLst/>
            </a:endParaRPr>
          </a:p>
          <a:p>
            <a:pPr marL="1200150" lvl="1" indent="-457200">
              <a:buFont typeface="Arial"/>
              <a:buAutoNum type="arabicParenR"/>
            </a:pPr>
            <a:endParaRPr lang="en-US" dirty="0">
              <a:effectLst/>
            </a:endParaRPr>
          </a:p>
          <a:p>
            <a:pPr marL="1200150" lvl="1" indent="-457200">
              <a:buFont typeface="Arial"/>
              <a:buAutoNum type="arabicParenR"/>
            </a:pPr>
            <a:endParaRPr lang="en-US" dirty="0">
              <a:effectLst/>
            </a:endParaRPr>
          </a:p>
          <a:p>
            <a:pPr marL="1200150" lvl="1" indent="-457200">
              <a:buAutoNum type="arabicParenR"/>
            </a:pPr>
            <a:endParaRPr lang="en-US" b="0" dirty="0"/>
          </a:p>
          <a:p>
            <a:pPr marL="457200" indent="-457200">
              <a:buAutoNum type="arabicParenR"/>
            </a:pPr>
            <a:endParaRPr lang="en-US" b="0" dirty="0"/>
          </a:p>
          <a:p>
            <a:pPr marL="342900" indent="-342900">
              <a:buFont typeface="Arial" panose="020B0604020202020204" pitchFamily="34" charset="0"/>
              <a:buChar char="•"/>
            </a:pPr>
            <a:endParaRPr lang="en-US" b="0" dirty="0"/>
          </a:p>
          <a:p>
            <a:endParaRPr lang="en-US" b="0" dirty="0"/>
          </a:p>
        </p:txBody>
      </p:sp>
      <p:sp>
        <p:nvSpPr>
          <p:cNvPr id="4" name="TextBox 3">
            <a:extLst>
              <a:ext uri="{FF2B5EF4-FFF2-40B4-BE49-F238E27FC236}">
                <a16:creationId xmlns:a16="http://schemas.microsoft.com/office/drawing/2014/main" id="{6B53BE6D-0D8C-1ABB-0B37-63088F68B435}"/>
              </a:ext>
            </a:extLst>
          </p:cNvPr>
          <p:cNvSpPr txBox="1"/>
          <p:nvPr/>
        </p:nvSpPr>
        <p:spPr>
          <a:xfrm>
            <a:off x="670921" y="1163290"/>
            <a:ext cx="6579351" cy="2585323"/>
          </a:xfrm>
          <a:prstGeom prst="rect">
            <a:avLst/>
          </a:prstGeom>
          <a:noFill/>
        </p:spPr>
        <p:txBody>
          <a:bodyPr wrap="square" rtlCol="0">
            <a:spAutoFit/>
          </a:bodyPr>
          <a:lstStyle/>
          <a:p>
            <a:pPr marL="285750" indent="-285750">
              <a:buFont typeface="Arial" panose="020B0604020202020204" pitchFamily="34" charset="0"/>
              <a:buChar char="•"/>
            </a:pPr>
            <a:r>
              <a:rPr lang="en-US" dirty="0"/>
              <a:t>Integrate TMY/</a:t>
            </a:r>
            <a:r>
              <a:rPr lang="en-US" dirty="0" err="1"/>
              <a:t>GaTMY</a:t>
            </a:r>
            <a:endParaRPr lang="en-US" dirty="0"/>
          </a:p>
          <a:p>
            <a:pPr marL="285750" indent="-285750">
              <a:buFont typeface="Arial" panose="020B0604020202020204" pitchFamily="34" charset="0"/>
              <a:buChar char="•"/>
            </a:pPr>
            <a:r>
              <a:rPr lang="en-US" dirty="0"/>
              <a:t>Provide the option to use ERA5 vs MERRA2</a:t>
            </a:r>
          </a:p>
          <a:p>
            <a:pPr marL="285750" indent="-285750">
              <a:buFont typeface="Arial" panose="020B0604020202020204" pitchFamily="34" charset="0"/>
              <a:buChar char="•"/>
            </a:pPr>
            <a:r>
              <a:rPr lang="en-US" dirty="0"/>
              <a:t>Use MERRA2 directly</a:t>
            </a:r>
          </a:p>
          <a:p>
            <a:pPr marL="285750" indent="-285750">
              <a:buFont typeface="Arial" panose="020B0604020202020204" pitchFamily="34" charset="0"/>
              <a:buChar char="•"/>
            </a:pPr>
            <a:r>
              <a:rPr lang="en-US" dirty="0"/>
              <a:t>Plot data or provide statistics</a:t>
            </a:r>
          </a:p>
          <a:p>
            <a:pPr marL="285750" indent="-285750">
              <a:buFont typeface="Arial" panose="020B0604020202020204" pitchFamily="34" charset="0"/>
              <a:buChar char="•"/>
            </a:pPr>
            <a:r>
              <a:rPr lang="en-US" dirty="0"/>
              <a:t>Create STAT file and/or DDYs</a:t>
            </a:r>
          </a:p>
          <a:p>
            <a:pPr marL="285750" indent="-285750">
              <a:buFont typeface="Arial" panose="020B0604020202020204" pitchFamily="34" charset="0"/>
              <a:buChar char="•"/>
            </a:pPr>
            <a:r>
              <a:rPr lang="en-US" dirty="0"/>
              <a:t>Allow use of 2013 design conditions</a:t>
            </a:r>
          </a:p>
          <a:p>
            <a:pPr marL="285750" indent="-285750">
              <a:buFont typeface="Arial" panose="020B0604020202020204" pitchFamily="34" charset="0"/>
              <a:buChar char="•"/>
            </a:pPr>
            <a:r>
              <a:rPr lang="en-US" dirty="0"/>
              <a:t>Let the user search by FIP code or ZIP code or something else</a:t>
            </a:r>
          </a:p>
          <a:p>
            <a:br>
              <a:rPr lang="en-US" dirty="0"/>
            </a:br>
            <a:r>
              <a:rPr lang="en-US" dirty="0"/>
              <a:t>Anything else?</a:t>
            </a:r>
          </a:p>
        </p:txBody>
      </p:sp>
    </p:spTree>
    <p:extLst>
      <p:ext uri="{BB962C8B-B14F-4D97-AF65-F5344CB8AC3E}">
        <p14:creationId xmlns:p14="http://schemas.microsoft.com/office/powerpoint/2010/main" val="702805414"/>
      </p:ext>
    </p:extLst>
  </p:cSld>
  <p:clrMapOvr>
    <a:masterClrMapping/>
  </p:clrMapOvr>
</p:sld>
</file>

<file path=ppt/theme/theme1.xml><?xml version="1.0" encoding="utf-8"?>
<a:theme xmlns:a="http://schemas.openxmlformats.org/drawingml/2006/main" name="Office Theme">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16x9-presentation-template-1-2020.potx" id="{5707EF57-378B-4942-B07B-69ED3C043FD6}" vid="{ED3C0F1B-B02C-46CE-BB7A-3B0B3316EE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5554</TotalTime>
  <Words>376</Words>
  <Application>Microsoft Macintosh PowerPoint</Application>
  <PresentationFormat>On-screen Show (16:9)</PresentationFormat>
  <Paragraphs>120</Paragraphs>
  <Slides>10</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Issues with previous version</vt:lpstr>
      <vt:lpstr>diyepw</vt:lpstr>
      <vt:lpstr>Solution: EPWgen</vt:lpstr>
      <vt:lpstr>MERRA2</vt:lpstr>
      <vt:lpstr>Meteostat</vt:lpstr>
      <vt:lpstr>Design conditions</vt:lpstr>
      <vt:lpstr>DEMO</vt:lpstr>
      <vt:lpstr>To summarize:</vt:lpstr>
      <vt:lpstr>Future editions/ideas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PowerPoint template for presentations on newer wide-screen monitors and TVs.</dc:subject>
  <dc:creator>Bianchi, Carlo</dc:creator>
  <cp:keywords/>
  <dc:description/>
  <cp:lastModifiedBy>Bianchi, Carlo</cp:lastModifiedBy>
  <cp:revision>12</cp:revision>
  <cp:lastPrinted>2018-01-04T20:30:58Z</cp:lastPrinted>
  <dcterms:created xsi:type="dcterms:W3CDTF">2022-02-28T22:22:35Z</dcterms:created>
  <dcterms:modified xsi:type="dcterms:W3CDTF">2024-10-03T15:51:16Z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5965d95-ecc0-4720-b759-1f33c42ed7da_Enabled">
    <vt:lpwstr>true</vt:lpwstr>
  </property>
  <property fmtid="{D5CDD505-2E9C-101B-9397-08002B2CF9AE}" pid="3" name="MSIP_Label_95965d95-ecc0-4720-b759-1f33c42ed7da_SetDate">
    <vt:lpwstr>2024-09-11T20:02:46Z</vt:lpwstr>
  </property>
  <property fmtid="{D5CDD505-2E9C-101B-9397-08002B2CF9AE}" pid="4" name="MSIP_Label_95965d95-ecc0-4720-b759-1f33c42ed7da_Method">
    <vt:lpwstr>Standard</vt:lpwstr>
  </property>
  <property fmtid="{D5CDD505-2E9C-101B-9397-08002B2CF9AE}" pid="5" name="MSIP_Label_95965d95-ecc0-4720-b759-1f33c42ed7da_Name">
    <vt:lpwstr>General</vt:lpwstr>
  </property>
  <property fmtid="{D5CDD505-2E9C-101B-9397-08002B2CF9AE}" pid="6" name="MSIP_Label_95965d95-ecc0-4720-b759-1f33c42ed7da_SiteId">
    <vt:lpwstr>a0f29d7e-28cd-4f54-8442-7885aee7c080</vt:lpwstr>
  </property>
  <property fmtid="{D5CDD505-2E9C-101B-9397-08002B2CF9AE}" pid="7" name="MSIP_Label_95965d95-ecc0-4720-b759-1f33c42ed7da_ActionId">
    <vt:lpwstr>8fb4b6c3-a97e-4ae4-aadb-abf61314c8c3</vt:lpwstr>
  </property>
  <property fmtid="{D5CDD505-2E9C-101B-9397-08002B2CF9AE}" pid="8" name="MSIP_Label_95965d95-ecc0-4720-b759-1f33c42ed7da_ContentBits">
    <vt:lpwstr>0</vt:lpwstr>
  </property>
</Properties>
</file>