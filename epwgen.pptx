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327" r:id="rId3"/>
    <p:sldId id="339" r:id="rId4"/>
    <p:sldId id="337" r:id="rId5"/>
    <p:sldId id="342" r:id="rId6"/>
    <p:sldId id="343" r:id="rId7"/>
    <p:sldId id="345" r:id="rId8"/>
    <p:sldId id="347" r:id="rId9"/>
    <p:sldId id="346" r:id="rId10"/>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4BF3593-D518-C054-545A-5423AA885410}" name="Bianchi, Carlo" initials="BC" userId="S::cbianchi@nrel.gov::f58990c6-727e-4c43-b268-6590bd55ee1d"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0" name="Joelynn Schroeder" initials="" lastIdx="1"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E6E6E6"/>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5907"/>
    <p:restoredTop sz="80000"/>
  </p:normalViewPr>
  <p:slideViewPr>
    <p:cSldViewPr snapToGrid="0">
      <p:cViewPr varScale="1">
        <p:scale>
          <a:sx n="236" d="100"/>
          <a:sy n="236" d="100"/>
        </p:scale>
        <p:origin x="1920" y="184"/>
      </p:cViewPr>
      <p:guideLst>
        <p:guide orient="horz" pos="1620"/>
        <p:guide pos="288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commentAuthors" Target="commentAuthors.xml"/><Relationship Id="rId17" Type="http://schemas.microsoft.com/office/2018/10/relationships/authors" Target="authors.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9D67FED6-1CE0-9E49-8E28-4BC1AFD39CD7}" type="datetimeFigureOut">
              <a:t>9/11/24</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AF285793-58F2-5D45-93FF-B0076DA99FD1}" type="slidenum">
              <a:t>‹#›</a:t>
            </a:fld>
            <a:endParaRPr lang="en-US"/>
          </a:p>
        </p:txBody>
      </p:sp>
    </p:spTree>
    <p:extLst>
      <p:ext uri="{BB962C8B-B14F-4D97-AF65-F5344CB8AC3E}">
        <p14:creationId xmlns:p14="http://schemas.microsoft.com/office/powerpoint/2010/main" val="3729033853"/>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285793-58F2-5D45-93FF-B0076DA99FD1}" type="slidenum">
              <a:rPr lang="en-US" smtClean="0"/>
              <a:t>1</a:t>
            </a:fld>
            <a:endParaRPr lang="en-US"/>
          </a:p>
        </p:txBody>
      </p:sp>
    </p:spTree>
    <p:extLst>
      <p:ext uri="{BB962C8B-B14F-4D97-AF65-F5344CB8AC3E}">
        <p14:creationId xmlns:p14="http://schemas.microsoft.com/office/powerpoint/2010/main" val="32439960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285793-58F2-5D45-93FF-B0076DA99FD1}" type="slidenum">
              <a:rPr lang="en-US" smtClean="0"/>
              <a:t>2</a:t>
            </a:fld>
            <a:endParaRPr lang="en-US"/>
          </a:p>
        </p:txBody>
      </p:sp>
    </p:spTree>
    <p:extLst>
      <p:ext uri="{BB962C8B-B14F-4D97-AF65-F5344CB8AC3E}">
        <p14:creationId xmlns:p14="http://schemas.microsoft.com/office/powerpoint/2010/main" val="39577024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285793-58F2-5D45-93FF-B0076DA99FD1}" type="slidenum">
              <a:rPr lang="en-US" smtClean="0"/>
              <a:t>3</a:t>
            </a:fld>
            <a:endParaRPr lang="en-US"/>
          </a:p>
        </p:txBody>
      </p:sp>
    </p:spTree>
    <p:extLst>
      <p:ext uri="{BB962C8B-B14F-4D97-AF65-F5344CB8AC3E}">
        <p14:creationId xmlns:p14="http://schemas.microsoft.com/office/powerpoint/2010/main" val="20564454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285793-58F2-5D45-93FF-B0076DA99FD1}" type="slidenum">
              <a:rPr lang="en-US" smtClean="0"/>
              <a:t>5</a:t>
            </a:fld>
            <a:endParaRPr lang="en-US"/>
          </a:p>
        </p:txBody>
      </p:sp>
    </p:spTree>
    <p:extLst>
      <p:ext uri="{BB962C8B-B14F-4D97-AF65-F5344CB8AC3E}">
        <p14:creationId xmlns:p14="http://schemas.microsoft.com/office/powerpoint/2010/main" val="13155720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285793-58F2-5D45-93FF-B0076DA99FD1}" type="slidenum">
              <a:rPr lang="en-US" smtClean="0"/>
              <a:t>6</a:t>
            </a:fld>
            <a:endParaRPr lang="en-US"/>
          </a:p>
        </p:txBody>
      </p:sp>
    </p:spTree>
    <p:extLst>
      <p:ext uri="{BB962C8B-B14F-4D97-AF65-F5344CB8AC3E}">
        <p14:creationId xmlns:p14="http://schemas.microsoft.com/office/powerpoint/2010/main" val="16079800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285793-58F2-5D45-93FF-B0076DA99FD1}" type="slidenum">
              <a:rPr lang="en-US" smtClean="0"/>
              <a:t>7</a:t>
            </a:fld>
            <a:endParaRPr lang="en-US"/>
          </a:p>
        </p:txBody>
      </p:sp>
    </p:spTree>
    <p:extLst>
      <p:ext uri="{BB962C8B-B14F-4D97-AF65-F5344CB8AC3E}">
        <p14:creationId xmlns:p14="http://schemas.microsoft.com/office/powerpoint/2010/main" val="31942090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285793-58F2-5D45-93FF-B0076DA99FD1}" type="slidenum">
              <a:rPr lang="en-US" smtClean="0"/>
              <a:t>8</a:t>
            </a:fld>
            <a:endParaRPr lang="en-US"/>
          </a:p>
        </p:txBody>
      </p:sp>
    </p:spTree>
    <p:extLst>
      <p:ext uri="{BB962C8B-B14F-4D97-AF65-F5344CB8AC3E}">
        <p14:creationId xmlns:p14="http://schemas.microsoft.com/office/powerpoint/2010/main" val="29412354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285793-58F2-5D45-93FF-B0076DA99FD1}" type="slidenum">
              <a:rPr lang="en-US" smtClean="0"/>
              <a:t>9</a:t>
            </a:fld>
            <a:endParaRPr lang="en-US"/>
          </a:p>
        </p:txBody>
      </p:sp>
    </p:spTree>
    <p:extLst>
      <p:ext uri="{BB962C8B-B14F-4D97-AF65-F5344CB8AC3E}">
        <p14:creationId xmlns:p14="http://schemas.microsoft.com/office/powerpoint/2010/main" val="79347375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e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Master" Target="../slideMasters/slideMaster1.xml"/><Relationship Id="rId4" Type="http://schemas.openxmlformats.org/officeDocument/2006/relationships/hyperlink" Target="https://thesource.nrel.gov/publishing/disclaimers.html" TargetMode="Externa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9D0B5D6-19C6-C240-8A4A-D91733D8371D}"/>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6805" t="13288" r="3423" b="57134"/>
          <a:stretch/>
        </p:blipFill>
        <p:spPr>
          <a:xfrm>
            <a:off x="2793503" y="249408"/>
            <a:ext cx="6052183" cy="2904103"/>
          </a:xfrm>
          <a:prstGeom prst="rect">
            <a:avLst/>
          </a:prstGeom>
          <a:ln>
            <a:solidFill>
              <a:schemeClr val="tx1">
                <a:lumMod val="20000"/>
                <a:lumOff val="80000"/>
              </a:schemeClr>
            </a:solidFill>
          </a:ln>
        </p:spPr>
      </p:pic>
      <p:sp>
        <p:nvSpPr>
          <p:cNvPr id="9" name="TextBox 8">
            <a:extLst>
              <a:ext uri="{FF2B5EF4-FFF2-40B4-BE49-F238E27FC236}">
                <a16:creationId xmlns:a16="http://schemas.microsoft.com/office/drawing/2014/main" id="{6A94802A-09A8-9E4E-AB4D-1EBB9F228F21}"/>
              </a:ext>
            </a:extLst>
          </p:cNvPr>
          <p:cNvSpPr txBox="1"/>
          <p:nvPr userDrawn="1"/>
        </p:nvSpPr>
        <p:spPr>
          <a:xfrm>
            <a:off x="240329" y="140544"/>
            <a:ext cx="2507077" cy="2970044"/>
          </a:xfrm>
          <a:prstGeom prst="rect">
            <a:avLst/>
          </a:prstGeom>
          <a:noFill/>
        </p:spPr>
        <p:txBody>
          <a:bodyPr wrap="square" rtlCol="0">
            <a:spAutoFit/>
          </a:bodyPr>
          <a:lstStyle/>
          <a:p>
            <a:pPr algn="l"/>
            <a:r>
              <a:rPr lang="en-US" sz="1700" b="1" i="1">
                <a:solidFill>
                  <a:srgbClr val="FF0000"/>
                </a:solidFill>
              </a:rPr>
              <a:t>PC Users:</a:t>
            </a:r>
          </a:p>
          <a:p>
            <a:pPr algn="l"/>
            <a:r>
              <a:rPr lang="en-US" sz="1700" i="1">
                <a:solidFill>
                  <a:srgbClr val="FF0000"/>
                </a:solidFill>
              </a:rPr>
              <a:t>Microsoft PowerPoint for Windows has default settings that continually compress images. To avoid loss</a:t>
            </a:r>
            <a:r>
              <a:rPr lang="en-US" sz="1700" i="1" baseline="0">
                <a:solidFill>
                  <a:srgbClr val="FF0000"/>
                </a:solidFill>
              </a:rPr>
              <a:t> of quality </a:t>
            </a:r>
            <a:r>
              <a:rPr lang="en-US" sz="1700" i="1">
                <a:solidFill>
                  <a:srgbClr val="FF0000"/>
                </a:solidFill>
              </a:rPr>
              <a:t>for photos and graphics within this presentation file,</a:t>
            </a:r>
            <a:r>
              <a:rPr lang="en-US" sz="1700" i="1" baseline="0">
                <a:solidFill>
                  <a:srgbClr val="FF0000"/>
                </a:solidFill>
              </a:rPr>
              <a:t> </a:t>
            </a:r>
            <a:r>
              <a:rPr lang="en-US" sz="1700" i="1">
                <a:solidFill>
                  <a:srgbClr val="FF0000"/>
                </a:solidFill>
              </a:rPr>
              <a:t>please follow these</a:t>
            </a:r>
            <a:r>
              <a:rPr lang="en-US" sz="1700" i="1" baseline="0">
                <a:solidFill>
                  <a:srgbClr val="FF0000"/>
                </a:solidFill>
              </a:rPr>
              <a:t> instructions </a:t>
            </a:r>
            <a:r>
              <a:rPr lang="en-US" sz="1700" i="1">
                <a:solidFill>
                  <a:srgbClr val="FF0000"/>
                </a:solidFill>
              </a:rPr>
              <a:t>to change your software settings.</a:t>
            </a:r>
            <a:endParaRPr lang="en-US" sz="1700"/>
          </a:p>
        </p:txBody>
      </p:sp>
      <p:sp>
        <p:nvSpPr>
          <p:cNvPr id="10" name="Rectangle 9">
            <a:extLst>
              <a:ext uri="{FF2B5EF4-FFF2-40B4-BE49-F238E27FC236}">
                <a16:creationId xmlns:a16="http://schemas.microsoft.com/office/drawing/2014/main" id="{CBA3EC89-8FD7-AD49-87E0-02D7F2DF5F59}"/>
              </a:ext>
            </a:extLst>
          </p:cNvPr>
          <p:cNvSpPr/>
          <p:nvPr userDrawn="1"/>
        </p:nvSpPr>
        <p:spPr>
          <a:xfrm>
            <a:off x="0" y="3339831"/>
            <a:ext cx="9144000" cy="1232170"/>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AB1BB405-73FA-544A-9D06-35DD6B110F85}"/>
              </a:ext>
            </a:extLst>
          </p:cNvPr>
          <p:cNvSpPr txBox="1"/>
          <p:nvPr userDrawn="1"/>
        </p:nvSpPr>
        <p:spPr>
          <a:xfrm>
            <a:off x="1509306" y="3410717"/>
            <a:ext cx="6958187" cy="1107996"/>
          </a:xfrm>
          <a:prstGeom prst="rect">
            <a:avLst/>
          </a:prstGeom>
          <a:noFill/>
        </p:spPr>
        <p:txBody>
          <a:bodyPr wrap="square" rtlCol="0">
            <a:spAutoFit/>
          </a:bodyPr>
          <a:lstStyle/>
          <a:p>
            <a:pPr algn="l"/>
            <a:r>
              <a:rPr lang="en-US" sz="1600" b="1" i="0" u="none" strike="noStrike" kern="1200">
                <a:solidFill>
                  <a:schemeClr val="bg1"/>
                </a:solidFill>
                <a:effectLst/>
                <a:latin typeface="+mn-lt"/>
                <a:ea typeface="+mn-ea"/>
                <a:cs typeface="+mn-cs"/>
              </a:rPr>
              <a:t>Note: </a:t>
            </a:r>
            <a:r>
              <a:rPr lang="en-US" sz="1600" b="0" i="0" u="none" strike="noStrike" kern="1200">
                <a:solidFill>
                  <a:schemeClr val="bg1"/>
                </a:solidFill>
                <a:effectLst/>
                <a:latin typeface="+mn-lt"/>
                <a:ea typeface="+mn-ea"/>
                <a:cs typeface="+mn-cs"/>
              </a:rPr>
              <a:t>To view and access all available template examples and change the title slide background image, click on </a:t>
            </a:r>
            <a:r>
              <a:rPr lang="en-US" sz="1600" b="0" i="1" u="none" strike="noStrike" kern="1200">
                <a:solidFill>
                  <a:schemeClr val="bg1"/>
                </a:solidFill>
                <a:effectLst/>
                <a:latin typeface="+mn-lt"/>
                <a:ea typeface="+mn-ea"/>
                <a:cs typeface="+mn-cs"/>
              </a:rPr>
              <a:t>View &gt; Slide Master</a:t>
            </a:r>
            <a:r>
              <a:rPr lang="en-US" sz="1600" b="0" i="0" u="none" strike="noStrike" kern="1200">
                <a:solidFill>
                  <a:schemeClr val="bg1"/>
                </a:solidFill>
                <a:effectLst/>
                <a:latin typeface="+mn-lt"/>
                <a:ea typeface="+mn-ea"/>
                <a:cs typeface="+mn-cs"/>
              </a:rPr>
              <a:t>. Be sure to close out of the Master slide view when working on slide content by clicking on </a:t>
            </a:r>
            <a:r>
              <a:rPr lang="en-US" sz="1600" b="0" i="1" u="none" strike="noStrike" kern="1200">
                <a:solidFill>
                  <a:schemeClr val="bg1"/>
                </a:solidFill>
                <a:effectLst/>
                <a:latin typeface="+mn-lt"/>
                <a:ea typeface="+mn-ea"/>
                <a:cs typeface="+mn-cs"/>
              </a:rPr>
              <a:t>View &gt; Normal</a:t>
            </a:r>
            <a:r>
              <a:rPr lang="en-US" sz="1600" b="0" i="0" u="none" strike="noStrike" kern="1200">
                <a:solidFill>
                  <a:schemeClr val="bg1"/>
                </a:solidFill>
                <a:effectLst/>
                <a:latin typeface="+mn-lt"/>
                <a:ea typeface="+mn-ea"/>
                <a:cs typeface="+mn-cs"/>
              </a:rPr>
              <a:t>. Full frame photo size is </a:t>
            </a:r>
            <a:r>
              <a:rPr lang="en-US" sz="1800" b="0" i="0" u="none" strike="noStrike" kern="1200">
                <a:solidFill>
                  <a:schemeClr val="bg1"/>
                </a:solidFill>
                <a:effectLst/>
                <a:latin typeface="+mn-lt"/>
                <a:ea typeface="+mn-ea"/>
                <a:cs typeface="+mn-cs"/>
              </a:rPr>
              <a:t>10” x 5.63”</a:t>
            </a:r>
            <a:r>
              <a:rPr lang="en-US" sz="1600" b="0" i="0" u="none" strike="noStrike" kern="1200">
                <a:solidFill>
                  <a:schemeClr val="bg1"/>
                </a:solidFill>
                <a:effectLst/>
                <a:latin typeface="+mn-lt"/>
                <a:ea typeface="+mn-ea"/>
                <a:cs typeface="+mn-cs"/>
              </a:rPr>
              <a:t>or </a:t>
            </a:r>
            <a:r>
              <a:rPr lang="en-US" sz="1800" b="0" i="0" u="none" strike="noStrike" kern="1200">
                <a:solidFill>
                  <a:schemeClr val="bg1"/>
                </a:solidFill>
                <a:effectLst/>
                <a:latin typeface="+mn-lt"/>
                <a:ea typeface="+mn-ea"/>
                <a:cs typeface="+mn-cs"/>
              </a:rPr>
              <a:t>1500 pixels x 844 pixels </a:t>
            </a:r>
            <a:r>
              <a:rPr lang="en-US" sz="1600" b="0" i="0" u="none" strike="noStrike" kern="1200">
                <a:solidFill>
                  <a:schemeClr val="bg1"/>
                </a:solidFill>
                <a:effectLst/>
                <a:latin typeface="+mn-lt"/>
                <a:ea typeface="+mn-ea"/>
                <a:cs typeface="+mn-cs"/>
              </a:rPr>
              <a:t>@ 150 DPI.</a:t>
            </a:r>
            <a:endParaRPr lang="en-US" sz="1600" i="0">
              <a:solidFill>
                <a:schemeClr val="bg1"/>
              </a:solidFill>
            </a:endParaRPr>
          </a:p>
        </p:txBody>
      </p:sp>
      <p:sp>
        <p:nvSpPr>
          <p:cNvPr id="12" name="Oval 11">
            <a:extLst>
              <a:ext uri="{FF2B5EF4-FFF2-40B4-BE49-F238E27FC236}">
                <a16:creationId xmlns:a16="http://schemas.microsoft.com/office/drawing/2014/main" id="{3056F585-18BE-674F-A94A-18D71683402A}"/>
              </a:ext>
            </a:extLst>
          </p:cNvPr>
          <p:cNvSpPr/>
          <p:nvPr userDrawn="1"/>
        </p:nvSpPr>
        <p:spPr>
          <a:xfrm>
            <a:off x="391886" y="3535136"/>
            <a:ext cx="840921" cy="840921"/>
          </a:xfrm>
          <a:prstGeom prst="ellipse">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73AEB9E5-6B41-3742-B632-83E2CC8D1741}"/>
              </a:ext>
            </a:extLst>
          </p:cNvPr>
          <p:cNvSpPr txBox="1"/>
          <p:nvPr userDrawn="1"/>
        </p:nvSpPr>
        <p:spPr>
          <a:xfrm>
            <a:off x="495980" y="3302040"/>
            <a:ext cx="600076" cy="1323439"/>
          </a:xfrm>
          <a:prstGeom prst="rect">
            <a:avLst/>
          </a:prstGeom>
          <a:noFill/>
        </p:spPr>
        <p:txBody>
          <a:bodyPr wrap="square" rtlCol="0">
            <a:spAutoFit/>
          </a:bodyPr>
          <a:lstStyle/>
          <a:p>
            <a:pPr algn="ctr"/>
            <a:r>
              <a:rPr lang="en-US" sz="8000" b="1"/>
              <a:t>!</a:t>
            </a:r>
          </a:p>
        </p:txBody>
      </p:sp>
    </p:spTree>
    <p:extLst>
      <p:ext uri="{BB962C8B-B14F-4D97-AF65-F5344CB8AC3E}">
        <p14:creationId xmlns:p14="http://schemas.microsoft.com/office/powerpoint/2010/main" val="1613637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 Simple">
    <p:spTree>
      <p:nvGrpSpPr>
        <p:cNvPr id="1" name=""/>
        <p:cNvGrpSpPr/>
        <p:nvPr/>
      </p:nvGrpSpPr>
      <p:grpSpPr>
        <a:xfrm>
          <a:off x="0" y="0"/>
          <a:ext cx="0" cy="0"/>
          <a:chOff x="0" y="0"/>
          <a:chExt cx="0" cy="0"/>
        </a:xfrm>
      </p:grpSpPr>
      <p:sp>
        <p:nvSpPr>
          <p:cNvPr id="8" name="Text Placeholder 7"/>
          <p:cNvSpPr>
            <a:spLocks noGrp="1"/>
          </p:cNvSpPr>
          <p:nvPr>
            <p:ph type="body" sz="quarter" idx="10" hasCustomPrompt="1"/>
          </p:nvPr>
        </p:nvSpPr>
        <p:spPr>
          <a:xfrm>
            <a:off x="3736975" y="1252017"/>
            <a:ext cx="4322144" cy="1348326"/>
          </a:xfrm>
        </p:spPr>
        <p:txBody>
          <a:bodyPr anchor="b" anchorCtr="0">
            <a:noAutofit/>
          </a:bodyPr>
          <a:lstStyle>
            <a:lvl1pPr marL="0" indent="0">
              <a:buNone/>
              <a:defRPr sz="3000"/>
            </a:lvl1pPr>
          </a:lstStyle>
          <a:p>
            <a:pPr lvl="0"/>
            <a:r>
              <a:rPr lang="en-US"/>
              <a:t>Title</a:t>
            </a:r>
          </a:p>
        </p:txBody>
      </p:sp>
      <p:cxnSp>
        <p:nvCxnSpPr>
          <p:cNvPr id="10" name="Straight Connector 9"/>
          <p:cNvCxnSpPr/>
          <p:nvPr userDrawn="1"/>
        </p:nvCxnSpPr>
        <p:spPr>
          <a:xfrm>
            <a:off x="3839856" y="2780783"/>
            <a:ext cx="4219263" cy="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15" name="Text Placeholder 14"/>
          <p:cNvSpPr>
            <a:spLocks noGrp="1"/>
          </p:cNvSpPr>
          <p:nvPr>
            <p:ph type="body" sz="quarter" idx="11" hasCustomPrompt="1"/>
          </p:nvPr>
        </p:nvSpPr>
        <p:spPr>
          <a:xfrm>
            <a:off x="3736975" y="2961483"/>
            <a:ext cx="4322763" cy="1101551"/>
          </a:xfrm>
        </p:spPr>
        <p:txBody>
          <a:bodyPr>
            <a:noAutofit/>
          </a:bodyPr>
          <a:lstStyle>
            <a:lvl1pPr marL="0" indent="0">
              <a:spcBef>
                <a:spcPts val="400"/>
              </a:spcBef>
              <a:buNone/>
              <a:defRPr sz="1800" baseline="0"/>
            </a:lvl1pPr>
            <a:lvl2pPr marL="457200" indent="0">
              <a:buNone/>
              <a:defRPr/>
            </a:lvl2pPr>
            <a:lvl3pPr marL="914400" indent="0">
              <a:buNone/>
              <a:defRPr/>
            </a:lvl3pPr>
            <a:lvl4pPr marL="1371600" indent="0">
              <a:buNone/>
              <a:defRPr/>
            </a:lvl4pPr>
            <a:lvl5pPr marL="1828800" indent="0">
              <a:buNone/>
              <a:defRPr/>
            </a:lvl5pPr>
          </a:lstStyle>
          <a:p>
            <a:pPr lvl="0"/>
            <a:r>
              <a:rPr lang="en-US"/>
              <a:t>Presenter Name</a:t>
            </a:r>
          </a:p>
          <a:p>
            <a:pPr lvl="0"/>
            <a:r>
              <a:rPr lang="en-US"/>
              <a:t>Venue or Organization</a:t>
            </a:r>
          </a:p>
          <a:p>
            <a:pPr lvl="0"/>
            <a:r>
              <a:rPr lang="en-US"/>
              <a:t>Date</a:t>
            </a:r>
          </a:p>
        </p:txBody>
      </p:sp>
      <p:pic>
        <p:nvPicPr>
          <p:cNvPr id="7" name="Graphic 6">
            <a:extLst>
              <a:ext uri="{FF2B5EF4-FFF2-40B4-BE49-F238E27FC236}">
                <a16:creationId xmlns:a16="http://schemas.microsoft.com/office/drawing/2014/main" id="{63528C9F-D43C-8E4B-8E26-1B7ED4C7506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67454" y="0"/>
            <a:ext cx="2331892" cy="1092307"/>
          </a:xfrm>
          <a:prstGeom prst="rect">
            <a:avLst/>
          </a:prstGeom>
        </p:spPr>
      </p:pic>
    </p:spTree>
    <p:extLst>
      <p:ext uri="{BB962C8B-B14F-4D97-AF65-F5344CB8AC3E}">
        <p14:creationId xmlns:p14="http://schemas.microsoft.com/office/powerpoint/2010/main" val="42901271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 Full Photo">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146949" cy="5143500"/>
          </a:xfrm>
          <a:prstGeom prst="rect">
            <a:avLst/>
          </a:prstGeom>
        </p:spPr>
      </p:pic>
      <p:sp>
        <p:nvSpPr>
          <p:cNvPr id="8" name="Text Placeholder 7"/>
          <p:cNvSpPr>
            <a:spLocks noGrp="1"/>
          </p:cNvSpPr>
          <p:nvPr>
            <p:ph type="body" sz="quarter" idx="10" hasCustomPrompt="1"/>
          </p:nvPr>
        </p:nvSpPr>
        <p:spPr>
          <a:xfrm>
            <a:off x="3736975" y="1504827"/>
            <a:ext cx="5393498" cy="1095516"/>
          </a:xfrm>
          <a:solidFill>
            <a:schemeClr val="accent1">
              <a:alpha val="75000"/>
            </a:schemeClr>
          </a:solidFill>
        </p:spPr>
        <p:txBody>
          <a:bodyPr lIns="182880" tIns="137160" rIns="182880" bIns="137160" anchor="ctr" anchorCtr="0">
            <a:noAutofit/>
          </a:bodyPr>
          <a:lstStyle>
            <a:lvl1pPr marL="0" indent="0">
              <a:lnSpc>
                <a:spcPts val="2800"/>
              </a:lnSpc>
              <a:buNone/>
              <a:defRPr sz="3000">
                <a:solidFill>
                  <a:schemeClr val="bg1"/>
                </a:solidFill>
              </a:defRPr>
            </a:lvl1pPr>
          </a:lstStyle>
          <a:p>
            <a:pPr lvl="0"/>
            <a:r>
              <a:rPr lang="en-US"/>
              <a:t>Title</a:t>
            </a:r>
          </a:p>
        </p:txBody>
      </p:sp>
      <p:sp>
        <p:nvSpPr>
          <p:cNvPr id="15" name="Text Placeholder 14"/>
          <p:cNvSpPr>
            <a:spLocks noGrp="1"/>
          </p:cNvSpPr>
          <p:nvPr>
            <p:ph type="body" sz="quarter" idx="11" hasCustomPrompt="1"/>
          </p:nvPr>
        </p:nvSpPr>
        <p:spPr>
          <a:xfrm>
            <a:off x="3736975" y="2744787"/>
            <a:ext cx="4322763" cy="1101551"/>
          </a:xfrm>
          <a:solidFill>
            <a:schemeClr val="accent1">
              <a:alpha val="75000"/>
            </a:schemeClr>
          </a:solidFill>
        </p:spPr>
        <p:txBody>
          <a:bodyPr lIns="182880" tIns="137160" rIns="182880" bIns="137160" anchor="ctr" anchorCtr="0">
            <a:noAutofit/>
          </a:bodyPr>
          <a:lstStyle>
            <a:lvl1pPr marL="0" indent="0">
              <a:lnSpc>
                <a:spcPts val="1760"/>
              </a:lnSpc>
              <a:spcBef>
                <a:spcPts val="400"/>
              </a:spcBef>
              <a:buNone/>
              <a:defRPr sz="1800" baseline="0">
                <a:solidFill>
                  <a:schemeClr val="bg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Presenter Name</a:t>
            </a:r>
          </a:p>
          <a:p>
            <a:pPr lvl="0"/>
            <a:r>
              <a:rPr lang="en-US"/>
              <a:t>Venue or Organization</a:t>
            </a:r>
          </a:p>
          <a:p>
            <a:pPr lvl="0"/>
            <a:r>
              <a:rPr lang="en-US"/>
              <a:t>Date</a:t>
            </a:r>
          </a:p>
        </p:txBody>
      </p:sp>
      <p:pic>
        <p:nvPicPr>
          <p:cNvPr id="7" name="Graphic 6">
            <a:extLst>
              <a:ext uri="{FF2B5EF4-FFF2-40B4-BE49-F238E27FC236}">
                <a16:creationId xmlns:a16="http://schemas.microsoft.com/office/drawing/2014/main" id="{465B8CD2-BF47-094F-B614-5CEAE71B3F3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67454" y="0"/>
            <a:ext cx="2331892" cy="1092307"/>
          </a:xfrm>
          <a:prstGeom prst="rect">
            <a:avLst/>
          </a:prstGeom>
        </p:spPr>
      </p:pic>
    </p:spTree>
    <p:extLst>
      <p:ext uri="{BB962C8B-B14F-4D97-AF65-F5344CB8AC3E}">
        <p14:creationId xmlns:p14="http://schemas.microsoft.com/office/powerpoint/2010/main" val="13933316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le Slide - Full Photo">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a:stretch>
            <a:fillRect/>
          </a:stretch>
        </p:blipFill>
        <p:spPr>
          <a:xfrm>
            <a:off x="1474" y="0"/>
            <a:ext cx="9144000" cy="5143500"/>
          </a:xfrm>
          <a:prstGeom prst="rect">
            <a:avLst/>
          </a:prstGeom>
        </p:spPr>
      </p:pic>
      <p:sp>
        <p:nvSpPr>
          <p:cNvPr id="8" name="Text Placeholder 7"/>
          <p:cNvSpPr>
            <a:spLocks noGrp="1"/>
          </p:cNvSpPr>
          <p:nvPr>
            <p:ph type="body" sz="quarter" idx="10" hasCustomPrompt="1"/>
          </p:nvPr>
        </p:nvSpPr>
        <p:spPr>
          <a:xfrm>
            <a:off x="3736975" y="1504827"/>
            <a:ext cx="5393498" cy="1095516"/>
          </a:xfrm>
          <a:solidFill>
            <a:schemeClr val="accent1">
              <a:alpha val="75000"/>
            </a:schemeClr>
          </a:solidFill>
        </p:spPr>
        <p:txBody>
          <a:bodyPr lIns="182880" tIns="137160" rIns="182880" bIns="137160" anchor="ctr" anchorCtr="0">
            <a:noAutofit/>
          </a:bodyPr>
          <a:lstStyle>
            <a:lvl1pPr marL="0" indent="0">
              <a:lnSpc>
                <a:spcPts val="2800"/>
              </a:lnSpc>
              <a:buNone/>
              <a:defRPr sz="3000">
                <a:solidFill>
                  <a:schemeClr val="bg1"/>
                </a:solidFill>
              </a:defRPr>
            </a:lvl1pPr>
          </a:lstStyle>
          <a:p>
            <a:pPr lvl="0"/>
            <a:r>
              <a:rPr lang="en-US"/>
              <a:t>Title</a:t>
            </a:r>
          </a:p>
        </p:txBody>
      </p:sp>
      <p:sp>
        <p:nvSpPr>
          <p:cNvPr id="15" name="Text Placeholder 14"/>
          <p:cNvSpPr>
            <a:spLocks noGrp="1"/>
          </p:cNvSpPr>
          <p:nvPr>
            <p:ph type="body" sz="quarter" idx="11" hasCustomPrompt="1"/>
          </p:nvPr>
        </p:nvSpPr>
        <p:spPr>
          <a:xfrm>
            <a:off x="3736975" y="2744787"/>
            <a:ext cx="4322763" cy="1101551"/>
          </a:xfrm>
          <a:solidFill>
            <a:schemeClr val="accent1">
              <a:alpha val="75000"/>
            </a:schemeClr>
          </a:solidFill>
        </p:spPr>
        <p:txBody>
          <a:bodyPr lIns="182880" tIns="137160" rIns="182880" bIns="137160" anchor="ctr" anchorCtr="0">
            <a:noAutofit/>
          </a:bodyPr>
          <a:lstStyle>
            <a:lvl1pPr marL="0" indent="0">
              <a:lnSpc>
                <a:spcPts val="1760"/>
              </a:lnSpc>
              <a:spcBef>
                <a:spcPts val="400"/>
              </a:spcBef>
              <a:buNone/>
              <a:defRPr sz="1800" baseline="0">
                <a:solidFill>
                  <a:schemeClr val="bg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Presenter Name</a:t>
            </a:r>
          </a:p>
          <a:p>
            <a:pPr lvl="0"/>
            <a:r>
              <a:rPr lang="en-US"/>
              <a:t>Venue or Organization</a:t>
            </a:r>
          </a:p>
          <a:p>
            <a:pPr lvl="0"/>
            <a:r>
              <a:rPr lang="en-US"/>
              <a:t>Date</a:t>
            </a:r>
          </a:p>
        </p:txBody>
      </p:sp>
      <p:pic>
        <p:nvPicPr>
          <p:cNvPr id="7" name="Graphic 6">
            <a:extLst>
              <a:ext uri="{FF2B5EF4-FFF2-40B4-BE49-F238E27FC236}">
                <a16:creationId xmlns:a16="http://schemas.microsoft.com/office/drawing/2014/main" id="{821FBE40-03AF-2040-B470-29B21F4E356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67454" y="0"/>
            <a:ext cx="2331892" cy="1092307"/>
          </a:xfrm>
          <a:prstGeom prst="rect">
            <a:avLst/>
          </a:prstGeom>
        </p:spPr>
      </p:pic>
    </p:spTree>
    <p:extLst>
      <p:ext uri="{BB962C8B-B14F-4D97-AF65-F5344CB8AC3E}">
        <p14:creationId xmlns:p14="http://schemas.microsoft.com/office/powerpoint/2010/main" val="38372515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itle Slide - Blue Background">
    <p:spTree>
      <p:nvGrpSpPr>
        <p:cNvPr id="1" name=""/>
        <p:cNvGrpSpPr/>
        <p:nvPr/>
      </p:nvGrpSpPr>
      <p:grpSpPr>
        <a:xfrm>
          <a:off x="0" y="0"/>
          <a:ext cx="0" cy="0"/>
          <a:chOff x="0" y="0"/>
          <a:chExt cx="0" cy="0"/>
        </a:xfrm>
      </p:grpSpPr>
      <p:pic>
        <p:nvPicPr>
          <p:cNvPr id="6" name="Picture 5" descr="iStock-505476426_FlareFree.jpg">
            <a:extLst>
              <a:ext uri="{FF2B5EF4-FFF2-40B4-BE49-F238E27FC236}">
                <a16:creationId xmlns:a16="http://schemas.microsoft.com/office/drawing/2014/main" id="{312AD4B6-5589-B742-BDDC-8DE22CCB220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0"/>
            <a:ext cx="9144000" cy="5151120"/>
          </a:xfrm>
          <a:prstGeom prst="rect">
            <a:avLst/>
          </a:prstGeom>
        </p:spPr>
      </p:pic>
      <p:sp>
        <p:nvSpPr>
          <p:cNvPr id="8" name="Text Placeholder 7"/>
          <p:cNvSpPr>
            <a:spLocks noGrp="1"/>
          </p:cNvSpPr>
          <p:nvPr>
            <p:ph type="body" sz="quarter" idx="10" hasCustomPrompt="1"/>
          </p:nvPr>
        </p:nvSpPr>
        <p:spPr>
          <a:xfrm>
            <a:off x="3736975" y="1504827"/>
            <a:ext cx="5393498" cy="1095516"/>
          </a:xfrm>
          <a:solidFill>
            <a:schemeClr val="accent1">
              <a:alpha val="75000"/>
            </a:schemeClr>
          </a:solidFill>
        </p:spPr>
        <p:txBody>
          <a:bodyPr lIns="182880" tIns="137160" rIns="182880" bIns="137160" anchor="ctr" anchorCtr="0">
            <a:noAutofit/>
          </a:bodyPr>
          <a:lstStyle>
            <a:lvl1pPr marL="0" indent="0">
              <a:lnSpc>
                <a:spcPts val="2800"/>
              </a:lnSpc>
              <a:buNone/>
              <a:defRPr sz="3000">
                <a:solidFill>
                  <a:schemeClr val="bg1"/>
                </a:solidFill>
              </a:defRPr>
            </a:lvl1pPr>
          </a:lstStyle>
          <a:p>
            <a:pPr lvl="0"/>
            <a:r>
              <a:rPr lang="en-US"/>
              <a:t>Title</a:t>
            </a:r>
          </a:p>
        </p:txBody>
      </p:sp>
      <p:sp>
        <p:nvSpPr>
          <p:cNvPr id="15" name="Text Placeholder 14"/>
          <p:cNvSpPr>
            <a:spLocks noGrp="1"/>
          </p:cNvSpPr>
          <p:nvPr>
            <p:ph type="body" sz="quarter" idx="11" hasCustomPrompt="1"/>
          </p:nvPr>
        </p:nvSpPr>
        <p:spPr>
          <a:xfrm>
            <a:off x="3736975" y="2744787"/>
            <a:ext cx="4322763" cy="1101551"/>
          </a:xfrm>
          <a:solidFill>
            <a:schemeClr val="accent1">
              <a:alpha val="75000"/>
            </a:schemeClr>
          </a:solidFill>
        </p:spPr>
        <p:txBody>
          <a:bodyPr lIns="182880" tIns="137160" rIns="182880" bIns="137160" anchor="ctr" anchorCtr="0">
            <a:noAutofit/>
          </a:bodyPr>
          <a:lstStyle>
            <a:lvl1pPr marL="0" indent="0">
              <a:lnSpc>
                <a:spcPts val="1760"/>
              </a:lnSpc>
              <a:spcBef>
                <a:spcPts val="400"/>
              </a:spcBef>
              <a:buNone/>
              <a:defRPr sz="1800" baseline="0">
                <a:solidFill>
                  <a:schemeClr val="bg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Presenter Name</a:t>
            </a:r>
          </a:p>
          <a:p>
            <a:pPr lvl="0"/>
            <a:r>
              <a:rPr lang="en-US"/>
              <a:t>Venue or Organization</a:t>
            </a:r>
          </a:p>
          <a:p>
            <a:pPr lvl="0"/>
            <a:r>
              <a:rPr lang="en-US"/>
              <a:t>Date</a:t>
            </a:r>
          </a:p>
        </p:txBody>
      </p:sp>
      <p:pic>
        <p:nvPicPr>
          <p:cNvPr id="7" name="Graphic 6">
            <a:extLst>
              <a:ext uri="{FF2B5EF4-FFF2-40B4-BE49-F238E27FC236}">
                <a16:creationId xmlns:a16="http://schemas.microsoft.com/office/drawing/2014/main" id="{67876295-9728-A943-A66A-D4797EDDAE2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67454" y="0"/>
            <a:ext cx="2331892" cy="1092307"/>
          </a:xfrm>
          <a:prstGeom prst="rect">
            <a:avLst/>
          </a:prstGeom>
        </p:spPr>
      </p:pic>
    </p:spTree>
    <p:extLst>
      <p:ext uri="{BB962C8B-B14F-4D97-AF65-F5344CB8AC3E}">
        <p14:creationId xmlns:p14="http://schemas.microsoft.com/office/powerpoint/2010/main" val="12911680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imple Slide - Tex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a:t>Simple Slide</a:t>
            </a:r>
          </a:p>
        </p:txBody>
      </p:sp>
      <p:sp>
        <p:nvSpPr>
          <p:cNvPr id="9" name="Text Placeholder 8"/>
          <p:cNvSpPr>
            <a:spLocks noGrp="1"/>
          </p:cNvSpPr>
          <p:nvPr>
            <p:ph type="body" sz="quarter" idx="10"/>
          </p:nvPr>
        </p:nvSpPr>
        <p:spPr>
          <a:xfrm>
            <a:off x="457200" y="1371600"/>
            <a:ext cx="8120063" cy="33750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Box 9"/>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Tree>
    <p:extLst>
      <p:ext uri="{BB962C8B-B14F-4D97-AF65-F5344CB8AC3E}">
        <p14:creationId xmlns:p14="http://schemas.microsoft.com/office/powerpoint/2010/main" val="737464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imple Slide - Text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199" y="0"/>
            <a:ext cx="5936343" cy="907143"/>
          </a:xfrm>
        </p:spPr>
        <p:txBody>
          <a:bodyPr/>
          <a:lstStyle/>
          <a:p>
            <a:r>
              <a:rPr lang="en-US"/>
              <a:t>Simple Slide</a:t>
            </a:r>
          </a:p>
        </p:txBody>
      </p:sp>
      <p:sp>
        <p:nvSpPr>
          <p:cNvPr id="9" name="Text Placeholder 8"/>
          <p:cNvSpPr>
            <a:spLocks noGrp="1"/>
          </p:cNvSpPr>
          <p:nvPr>
            <p:ph type="body" sz="quarter" idx="10"/>
          </p:nvPr>
        </p:nvSpPr>
        <p:spPr>
          <a:xfrm>
            <a:off x="457200" y="1124857"/>
            <a:ext cx="8120063" cy="362176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Tree>
    <p:extLst>
      <p:ext uri="{BB962C8B-B14F-4D97-AF65-F5344CB8AC3E}">
        <p14:creationId xmlns:p14="http://schemas.microsoft.com/office/powerpoint/2010/main" val="28254053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mple Slide - Any Content">
    <p:spTree>
      <p:nvGrpSpPr>
        <p:cNvPr id="1" name=""/>
        <p:cNvGrpSpPr/>
        <p:nvPr/>
      </p:nvGrpSpPr>
      <p:grpSpPr>
        <a:xfrm>
          <a:off x="0" y="0"/>
          <a:ext cx="0" cy="0"/>
          <a:chOff x="0" y="0"/>
          <a:chExt cx="0" cy="0"/>
        </a:xfrm>
      </p:grpSpPr>
      <p:sp>
        <p:nvSpPr>
          <p:cNvPr id="4" name="Title 3"/>
          <p:cNvSpPr>
            <a:spLocks noGrp="1"/>
          </p:cNvSpPr>
          <p:nvPr>
            <p:ph type="title" hasCustomPrompt="1"/>
          </p:nvPr>
        </p:nvSpPr>
        <p:spPr>
          <a:xfrm>
            <a:off x="457199" y="1"/>
            <a:ext cx="8236857" cy="776514"/>
          </a:xfrm>
        </p:spPr>
        <p:txBody>
          <a:bodyPr/>
          <a:lstStyle/>
          <a:p>
            <a:r>
              <a:rPr lang="en-US"/>
              <a:t>Simple Slide</a:t>
            </a:r>
          </a:p>
        </p:txBody>
      </p:sp>
      <p:sp>
        <p:nvSpPr>
          <p:cNvPr id="5" name="TextBox 4"/>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Tree>
    <p:extLst>
      <p:ext uri="{BB962C8B-B14F-4D97-AF65-F5344CB8AC3E}">
        <p14:creationId xmlns:p14="http://schemas.microsoft.com/office/powerpoint/2010/main" val="14850096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Simple Slide - Text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199" y="0"/>
            <a:ext cx="5936343" cy="907143"/>
          </a:xfrm>
        </p:spPr>
        <p:txBody>
          <a:bodyPr/>
          <a:lstStyle/>
          <a:p>
            <a:r>
              <a:rPr lang="en-US"/>
              <a:t>Simple Slide + Image</a:t>
            </a:r>
          </a:p>
        </p:txBody>
      </p:sp>
      <p:sp>
        <p:nvSpPr>
          <p:cNvPr id="9" name="Text Placeholder 8"/>
          <p:cNvSpPr>
            <a:spLocks noGrp="1"/>
          </p:cNvSpPr>
          <p:nvPr>
            <p:ph type="body" sz="quarter" idx="10" hasCustomPrompt="1"/>
          </p:nvPr>
        </p:nvSpPr>
        <p:spPr>
          <a:xfrm>
            <a:off x="457200" y="1124857"/>
            <a:ext cx="5143499" cy="3621769"/>
          </a:xfrm>
        </p:spPr>
        <p:txBody>
          <a:bodyPr/>
          <a:lstStyle>
            <a:lvl1pPr marL="0" indent="0">
              <a:buNone/>
              <a:defRPr b="1"/>
            </a:lvl1pPr>
            <a:lvl2pPr>
              <a:defRPr sz="2000"/>
            </a:lvl2pPr>
          </a:lstStyle>
          <a:p>
            <a:pPr lvl="0"/>
            <a:r>
              <a:rPr lang="en-US"/>
              <a:t>Header text</a:t>
            </a:r>
          </a:p>
          <a:p>
            <a:pPr lvl="1"/>
            <a:r>
              <a:rPr lang="en-US"/>
              <a:t>Bullet point 1</a:t>
            </a:r>
          </a:p>
          <a:p>
            <a:pPr lvl="1"/>
            <a:r>
              <a:rPr lang="en-US"/>
              <a:t>Bullet point 2</a:t>
            </a:r>
          </a:p>
          <a:p>
            <a:pPr lvl="1"/>
            <a:r>
              <a:rPr lang="en-US"/>
              <a:t>Bullet point 3</a:t>
            </a:r>
            <a:br>
              <a:rPr lang="en-US"/>
            </a:br>
            <a:endParaRPr lang="en-US"/>
          </a:p>
          <a:p>
            <a:pPr lvl="0"/>
            <a:r>
              <a:rPr lang="en-US"/>
              <a:t>Header text</a:t>
            </a:r>
          </a:p>
          <a:p>
            <a:pPr lvl="1"/>
            <a:r>
              <a:rPr lang="en-US"/>
              <a:t>Bullet point 1</a:t>
            </a:r>
          </a:p>
          <a:p>
            <a:pPr lvl="1"/>
            <a:r>
              <a:rPr lang="en-US"/>
              <a:t>Bullet point 2</a:t>
            </a:r>
          </a:p>
          <a:p>
            <a:pPr lvl="1"/>
            <a:r>
              <a:rPr lang="en-US"/>
              <a:t>Bullet point 3</a:t>
            </a:r>
          </a:p>
        </p:txBody>
      </p:sp>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5" name="Picture Placeholder 4">
            <a:extLst>
              <a:ext uri="{FF2B5EF4-FFF2-40B4-BE49-F238E27FC236}">
                <a16:creationId xmlns:a16="http://schemas.microsoft.com/office/drawing/2014/main" id="{610250B1-824A-CC4A-9A13-92F03EBFAA8F}"/>
              </a:ext>
            </a:extLst>
          </p:cNvPr>
          <p:cNvSpPr>
            <a:spLocks noGrp="1"/>
          </p:cNvSpPr>
          <p:nvPr>
            <p:ph type="pic" sz="quarter" idx="11" hasCustomPrompt="1"/>
          </p:nvPr>
        </p:nvSpPr>
        <p:spPr>
          <a:xfrm>
            <a:off x="5952392" y="1125538"/>
            <a:ext cx="2734407" cy="3621088"/>
          </a:xfrm>
          <a:solidFill>
            <a:schemeClr val="bg1">
              <a:lumMod val="85000"/>
            </a:schemeClr>
          </a:solidFill>
        </p:spPr>
        <p:txBody>
          <a:bodyPr>
            <a:normAutofit/>
          </a:bodyPr>
          <a:lstStyle>
            <a:lvl1pPr marL="0" indent="0">
              <a:buNone/>
              <a:defRPr sz="1600"/>
            </a:lvl1pPr>
          </a:lstStyle>
          <a:p>
            <a:r>
              <a:rPr lang="en-US"/>
              <a:t>Insert image here</a:t>
            </a:r>
          </a:p>
        </p:txBody>
      </p:sp>
    </p:spTree>
    <p:extLst>
      <p:ext uri="{BB962C8B-B14F-4D97-AF65-F5344CB8AC3E}">
        <p14:creationId xmlns:p14="http://schemas.microsoft.com/office/powerpoint/2010/main" val="3570781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Simple Slide - Text 2">
    <p:spTree>
      <p:nvGrpSpPr>
        <p:cNvPr id="1" name=""/>
        <p:cNvGrpSpPr/>
        <p:nvPr/>
      </p:nvGrpSpPr>
      <p:grpSpPr>
        <a:xfrm>
          <a:off x="0" y="0"/>
          <a:ext cx="0" cy="0"/>
          <a:chOff x="0" y="0"/>
          <a:chExt cx="0" cy="0"/>
        </a:xfrm>
      </p:grpSpPr>
      <p:sp>
        <p:nvSpPr>
          <p:cNvPr id="9" name="Text Placeholder 8"/>
          <p:cNvSpPr>
            <a:spLocks noGrp="1"/>
          </p:cNvSpPr>
          <p:nvPr>
            <p:ph type="body" sz="quarter" idx="10" hasCustomPrompt="1"/>
          </p:nvPr>
        </p:nvSpPr>
        <p:spPr>
          <a:xfrm>
            <a:off x="457201" y="395095"/>
            <a:ext cx="4114800" cy="2176655"/>
          </a:xfrm>
        </p:spPr>
        <p:txBody>
          <a:bodyPr>
            <a:normAutofit/>
          </a:bodyPr>
          <a:lstStyle>
            <a:lvl1pPr marL="0" indent="0">
              <a:buNone/>
              <a:defRPr sz="2000" b="0"/>
            </a:lvl1pPr>
            <a:lvl2pPr marL="457200" indent="0">
              <a:buNone/>
              <a:defRPr/>
            </a:lvl2pPr>
          </a:lstStyle>
          <a:p>
            <a:pPr lvl="0"/>
            <a:r>
              <a:rPr lang="en-US"/>
              <a:t>Summary or description text about the slide, images, charts, data go here.</a:t>
            </a:r>
          </a:p>
        </p:txBody>
      </p:sp>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5" name="Picture Placeholder 4">
            <a:extLst>
              <a:ext uri="{FF2B5EF4-FFF2-40B4-BE49-F238E27FC236}">
                <a16:creationId xmlns:a16="http://schemas.microsoft.com/office/drawing/2014/main" id="{610250B1-824A-CC4A-9A13-92F03EBFAA8F}"/>
              </a:ext>
            </a:extLst>
          </p:cNvPr>
          <p:cNvSpPr>
            <a:spLocks noGrp="1"/>
          </p:cNvSpPr>
          <p:nvPr>
            <p:ph type="pic" sz="quarter" idx="11" hasCustomPrompt="1"/>
          </p:nvPr>
        </p:nvSpPr>
        <p:spPr>
          <a:xfrm>
            <a:off x="457200" y="2795954"/>
            <a:ext cx="2651760" cy="1950672"/>
          </a:xfrm>
          <a:solidFill>
            <a:schemeClr val="bg1">
              <a:lumMod val="85000"/>
            </a:schemeClr>
          </a:solidFill>
        </p:spPr>
        <p:txBody>
          <a:bodyPr>
            <a:normAutofit/>
          </a:bodyPr>
          <a:lstStyle>
            <a:lvl1pPr marL="0" indent="0">
              <a:buNone/>
              <a:defRPr sz="1600"/>
            </a:lvl1pPr>
          </a:lstStyle>
          <a:p>
            <a:r>
              <a:rPr lang="en-US"/>
              <a:t>Insert image here</a:t>
            </a:r>
          </a:p>
        </p:txBody>
      </p:sp>
      <p:sp>
        <p:nvSpPr>
          <p:cNvPr id="6" name="Picture Placeholder 4">
            <a:extLst>
              <a:ext uri="{FF2B5EF4-FFF2-40B4-BE49-F238E27FC236}">
                <a16:creationId xmlns:a16="http://schemas.microsoft.com/office/drawing/2014/main" id="{4F619479-75AC-A745-A352-0D743D62E3EA}"/>
              </a:ext>
            </a:extLst>
          </p:cNvPr>
          <p:cNvSpPr>
            <a:spLocks noGrp="1"/>
          </p:cNvSpPr>
          <p:nvPr>
            <p:ph type="pic" sz="quarter" idx="12" hasCustomPrompt="1"/>
          </p:nvPr>
        </p:nvSpPr>
        <p:spPr>
          <a:xfrm>
            <a:off x="3246120" y="2795954"/>
            <a:ext cx="2651760" cy="1950672"/>
          </a:xfrm>
          <a:solidFill>
            <a:schemeClr val="bg1">
              <a:lumMod val="85000"/>
            </a:schemeClr>
          </a:solidFill>
        </p:spPr>
        <p:txBody>
          <a:bodyPr>
            <a:normAutofit/>
          </a:bodyPr>
          <a:lstStyle>
            <a:lvl1pPr marL="0" indent="0">
              <a:buNone/>
              <a:defRPr sz="1600"/>
            </a:lvl1pPr>
          </a:lstStyle>
          <a:p>
            <a:r>
              <a:rPr lang="en-US"/>
              <a:t>Insert image here</a:t>
            </a:r>
          </a:p>
        </p:txBody>
      </p:sp>
      <p:sp>
        <p:nvSpPr>
          <p:cNvPr id="7" name="Picture Placeholder 4">
            <a:extLst>
              <a:ext uri="{FF2B5EF4-FFF2-40B4-BE49-F238E27FC236}">
                <a16:creationId xmlns:a16="http://schemas.microsoft.com/office/drawing/2014/main" id="{FEC72F80-AAAF-2747-9B70-3072CB21FAAD}"/>
              </a:ext>
            </a:extLst>
          </p:cNvPr>
          <p:cNvSpPr>
            <a:spLocks noGrp="1"/>
          </p:cNvSpPr>
          <p:nvPr>
            <p:ph type="pic" sz="quarter" idx="13" hasCustomPrompt="1"/>
          </p:nvPr>
        </p:nvSpPr>
        <p:spPr>
          <a:xfrm>
            <a:off x="6035040" y="2795954"/>
            <a:ext cx="2651760" cy="1950672"/>
          </a:xfrm>
          <a:solidFill>
            <a:schemeClr val="bg1">
              <a:lumMod val="85000"/>
            </a:schemeClr>
          </a:solidFill>
        </p:spPr>
        <p:txBody>
          <a:bodyPr>
            <a:normAutofit/>
          </a:bodyPr>
          <a:lstStyle>
            <a:lvl1pPr marL="0" indent="0">
              <a:buNone/>
              <a:defRPr sz="1600"/>
            </a:lvl1pPr>
          </a:lstStyle>
          <a:p>
            <a:r>
              <a:rPr lang="en-US"/>
              <a:t>Insert image here</a:t>
            </a:r>
          </a:p>
        </p:txBody>
      </p:sp>
      <p:sp>
        <p:nvSpPr>
          <p:cNvPr id="8" name="Chart Placeholder 6">
            <a:extLst>
              <a:ext uri="{FF2B5EF4-FFF2-40B4-BE49-F238E27FC236}">
                <a16:creationId xmlns:a16="http://schemas.microsoft.com/office/drawing/2014/main" id="{EEADAD7D-0DCA-B946-BD57-8AFA7A8BDDF7}"/>
              </a:ext>
            </a:extLst>
          </p:cNvPr>
          <p:cNvSpPr>
            <a:spLocks noGrp="1"/>
          </p:cNvSpPr>
          <p:nvPr>
            <p:ph type="chart" sz="quarter" idx="14" hasCustomPrompt="1"/>
          </p:nvPr>
        </p:nvSpPr>
        <p:spPr>
          <a:xfrm>
            <a:off x="4765432" y="395095"/>
            <a:ext cx="3921368" cy="2176655"/>
          </a:xfrm>
          <a:prstGeom prst="rect">
            <a:avLst/>
          </a:prstGeom>
          <a:solidFill>
            <a:schemeClr val="bg1">
              <a:lumMod val="95000"/>
            </a:schemeClr>
          </a:solidFill>
        </p:spPr>
        <p:txBody>
          <a:bodyPr vert="horz"/>
          <a:lstStyle>
            <a:lvl1pPr marL="0" indent="0">
              <a:buNone/>
              <a:defRPr sz="1200"/>
            </a:lvl1pPr>
          </a:lstStyle>
          <a:p>
            <a:r>
              <a:rPr lang="en-US"/>
              <a:t>Insert Chart</a:t>
            </a:r>
          </a:p>
        </p:txBody>
      </p:sp>
    </p:spTree>
    <p:extLst>
      <p:ext uri="{BB962C8B-B14F-4D97-AF65-F5344CB8AC3E}">
        <p14:creationId xmlns:p14="http://schemas.microsoft.com/office/powerpoint/2010/main" val="30454538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lank Slide">
    <p:spTree>
      <p:nvGrpSpPr>
        <p:cNvPr id="1" name=""/>
        <p:cNvGrpSpPr/>
        <p:nvPr/>
      </p:nvGrpSpPr>
      <p:grpSpPr>
        <a:xfrm>
          <a:off x="0" y="0"/>
          <a:ext cx="0" cy="0"/>
          <a:chOff x="0" y="0"/>
          <a:chExt cx="0" cy="0"/>
        </a:xfrm>
      </p:grpSpPr>
      <p:sp>
        <p:nvSpPr>
          <p:cNvPr id="9" name="Text Placeholder 8"/>
          <p:cNvSpPr>
            <a:spLocks noGrp="1"/>
          </p:cNvSpPr>
          <p:nvPr>
            <p:ph type="body" sz="quarter" idx="10" hasCustomPrompt="1"/>
          </p:nvPr>
        </p:nvSpPr>
        <p:spPr>
          <a:xfrm>
            <a:off x="457200" y="2148571"/>
            <a:ext cx="8120063" cy="536572"/>
          </a:xfrm>
        </p:spPr>
        <p:txBody>
          <a:bodyPr/>
          <a:lstStyle>
            <a:lvl1pPr marL="0" indent="0" algn="ctr">
              <a:buNone/>
              <a:defRPr baseline="0"/>
            </a:lvl1pPr>
          </a:lstStyle>
          <a:p>
            <a:pPr lvl="0"/>
            <a:r>
              <a:rPr lang="en-US"/>
              <a:t>Blank Slide for Any Content</a:t>
            </a:r>
          </a:p>
        </p:txBody>
      </p:sp>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Tree>
    <p:extLst>
      <p:ext uri="{BB962C8B-B14F-4D97-AF65-F5344CB8AC3E}">
        <p14:creationId xmlns:p14="http://schemas.microsoft.com/office/powerpoint/2010/main" val="22785705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OC Slide - Main">
    <p:spTree>
      <p:nvGrpSpPr>
        <p:cNvPr id="1" name=""/>
        <p:cNvGrpSpPr/>
        <p:nvPr/>
      </p:nvGrpSpPr>
      <p:grpSpPr>
        <a:xfrm>
          <a:off x="0" y="0"/>
          <a:ext cx="0" cy="0"/>
          <a:chOff x="0" y="0"/>
          <a:chExt cx="0" cy="0"/>
        </a:xfrm>
      </p:grpSpPr>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2" name="Title 1"/>
          <p:cNvSpPr>
            <a:spLocks noGrp="1"/>
          </p:cNvSpPr>
          <p:nvPr>
            <p:ph type="title" hasCustomPrompt="1"/>
          </p:nvPr>
        </p:nvSpPr>
        <p:spPr>
          <a:xfrm>
            <a:off x="457200" y="0"/>
            <a:ext cx="3214914" cy="1200151"/>
          </a:xfrm>
        </p:spPr>
        <p:txBody>
          <a:bodyPr/>
          <a:lstStyle/>
          <a:p>
            <a:r>
              <a:rPr lang="en-US"/>
              <a:t>Contents</a:t>
            </a:r>
          </a:p>
        </p:txBody>
      </p:sp>
      <p:sp>
        <p:nvSpPr>
          <p:cNvPr id="34" name="Text Placeholder 6"/>
          <p:cNvSpPr>
            <a:spLocks noGrp="1"/>
          </p:cNvSpPr>
          <p:nvPr>
            <p:ph type="body" sz="quarter" idx="11" hasCustomPrompt="1"/>
          </p:nvPr>
        </p:nvSpPr>
        <p:spPr>
          <a:xfrm>
            <a:off x="1578186" y="1387198"/>
            <a:ext cx="4678751" cy="389572"/>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37" name="Straight Connector 36"/>
          <p:cNvCxnSpPr>
            <a:cxnSpLocks/>
          </p:cNvCxnSpPr>
          <p:nvPr userDrawn="1"/>
        </p:nvCxnSpPr>
        <p:spPr>
          <a:xfrm>
            <a:off x="1578184" y="1792473"/>
            <a:ext cx="4678751" cy="0"/>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8" name="Text Placeholder 6"/>
          <p:cNvSpPr>
            <a:spLocks noGrp="1"/>
          </p:cNvSpPr>
          <p:nvPr>
            <p:ph type="body" sz="quarter" idx="19" hasCustomPrompt="1"/>
          </p:nvPr>
        </p:nvSpPr>
        <p:spPr>
          <a:xfrm>
            <a:off x="1578186" y="1891806"/>
            <a:ext cx="4678751" cy="373932"/>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0" name="Straight Connector 39"/>
          <p:cNvCxnSpPr>
            <a:cxnSpLocks/>
          </p:cNvCxnSpPr>
          <p:nvPr userDrawn="1"/>
        </p:nvCxnSpPr>
        <p:spPr>
          <a:xfrm>
            <a:off x="1578185" y="2269318"/>
            <a:ext cx="4678751" cy="6124"/>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2" name="Text Placeholder 6"/>
          <p:cNvSpPr>
            <a:spLocks noGrp="1"/>
          </p:cNvSpPr>
          <p:nvPr>
            <p:ph type="body" sz="quarter" idx="21" hasCustomPrompt="1"/>
          </p:nvPr>
        </p:nvSpPr>
        <p:spPr>
          <a:xfrm>
            <a:off x="1578186" y="2376964"/>
            <a:ext cx="4678751" cy="356393"/>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4" name="Straight Connector 43"/>
          <p:cNvCxnSpPr>
            <a:cxnSpLocks/>
          </p:cNvCxnSpPr>
          <p:nvPr userDrawn="1"/>
        </p:nvCxnSpPr>
        <p:spPr>
          <a:xfrm>
            <a:off x="1578186" y="2740661"/>
            <a:ext cx="4678751" cy="0"/>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9" name="Text Placeholder 6"/>
          <p:cNvSpPr>
            <a:spLocks noGrp="1"/>
          </p:cNvSpPr>
          <p:nvPr>
            <p:ph type="body" sz="quarter" idx="23" hasCustomPrompt="1"/>
          </p:nvPr>
        </p:nvSpPr>
        <p:spPr>
          <a:xfrm>
            <a:off x="1578186" y="2848392"/>
            <a:ext cx="4678751" cy="377827"/>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1" name="Straight Connector 50"/>
          <p:cNvCxnSpPr>
            <a:cxnSpLocks/>
          </p:cNvCxnSpPr>
          <p:nvPr userDrawn="1"/>
        </p:nvCxnSpPr>
        <p:spPr>
          <a:xfrm>
            <a:off x="1578186" y="3232707"/>
            <a:ext cx="4678751" cy="817"/>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2" name="Text Placeholder 6"/>
          <p:cNvSpPr>
            <a:spLocks noGrp="1"/>
          </p:cNvSpPr>
          <p:nvPr>
            <p:ph type="body" sz="quarter" idx="25" hasCustomPrompt="1"/>
          </p:nvPr>
        </p:nvSpPr>
        <p:spPr>
          <a:xfrm>
            <a:off x="1578183" y="3311188"/>
            <a:ext cx="4678751" cy="393024"/>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4" name="Straight Connector 53"/>
          <p:cNvCxnSpPr>
            <a:cxnSpLocks/>
          </p:cNvCxnSpPr>
          <p:nvPr userDrawn="1"/>
        </p:nvCxnSpPr>
        <p:spPr>
          <a:xfrm>
            <a:off x="1578186" y="3711517"/>
            <a:ext cx="4678751" cy="6487"/>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5" name="Text Placeholder 6"/>
          <p:cNvSpPr>
            <a:spLocks noGrp="1"/>
          </p:cNvSpPr>
          <p:nvPr>
            <p:ph type="body" sz="quarter" idx="27" hasCustomPrompt="1"/>
          </p:nvPr>
        </p:nvSpPr>
        <p:spPr>
          <a:xfrm>
            <a:off x="1578186" y="3796989"/>
            <a:ext cx="4678751" cy="406574"/>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7" name="Straight Connector 56"/>
          <p:cNvCxnSpPr>
            <a:cxnSpLocks/>
          </p:cNvCxnSpPr>
          <p:nvPr userDrawn="1"/>
        </p:nvCxnSpPr>
        <p:spPr>
          <a:xfrm>
            <a:off x="1578186" y="4210867"/>
            <a:ext cx="4678751" cy="0"/>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27146A4F-6A3F-EF4B-929E-5836F6BDE5E3}"/>
              </a:ext>
            </a:extLst>
          </p:cNvPr>
          <p:cNvSpPr/>
          <p:nvPr userDrawn="1"/>
        </p:nvSpPr>
        <p:spPr>
          <a:xfrm>
            <a:off x="468313" y="1387198"/>
            <a:ext cx="986838" cy="393085"/>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12:00</a:t>
            </a:r>
          </a:p>
        </p:txBody>
      </p:sp>
      <p:sp>
        <p:nvSpPr>
          <p:cNvPr id="26" name="Rectangle 25">
            <a:extLst>
              <a:ext uri="{FF2B5EF4-FFF2-40B4-BE49-F238E27FC236}">
                <a16:creationId xmlns:a16="http://schemas.microsoft.com/office/drawing/2014/main" id="{539E3358-3387-0344-A4E5-7F543009BFF7}"/>
              </a:ext>
            </a:extLst>
          </p:cNvPr>
          <p:cNvSpPr/>
          <p:nvPr userDrawn="1"/>
        </p:nvSpPr>
        <p:spPr>
          <a:xfrm>
            <a:off x="468313" y="1884522"/>
            <a:ext cx="986838" cy="373933"/>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12:15</a:t>
            </a:r>
          </a:p>
        </p:txBody>
      </p:sp>
      <p:sp>
        <p:nvSpPr>
          <p:cNvPr id="27" name="Rectangle 26">
            <a:extLst>
              <a:ext uri="{FF2B5EF4-FFF2-40B4-BE49-F238E27FC236}">
                <a16:creationId xmlns:a16="http://schemas.microsoft.com/office/drawing/2014/main" id="{C386C688-264C-8644-BF91-47516BE962DC}"/>
              </a:ext>
            </a:extLst>
          </p:cNvPr>
          <p:cNvSpPr/>
          <p:nvPr userDrawn="1"/>
        </p:nvSpPr>
        <p:spPr>
          <a:xfrm>
            <a:off x="468313" y="2346696"/>
            <a:ext cx="986838" cy="389932"/>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12:50</a:t>
            </a:r>
          </a:p>
        </p:txBody>
      </p:sp>
      <p:sp>
        <p:nvSpPr>
          <p:cNvPr id="28" name="Rectangle 27">
            <a:extLst>
              <a:ext uri="{FF2B5EF4-FFF2-40B4-BE49-F238E27FC236}">
                <a16:creationId xmlns:a16="http://schemas.microsoft.com/office/drawing/2014/main" id="{DDA01238-AB3B-E34F-9AEA-F4E521E46353}"/>
              </a:ext>
            </a:extLst>
          </p:cNvPr>
          <p:cNvSpPr/>
          <p:nvPr userDrawn="1"/>
        </p:nvSpPr>
        <p:spPr>
          <a:xfrm>
            <a:off x="468313" y="2825229"/>
            <a:ext cx="986838" cy="389572"/>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1:00</a:t>
            </a:r>
          </a:p>
        </p:txBody>
      </p:sp>
      <p:sp>
        <p:nvSpPr>
          <p:cNvPr id="29" name="Rectangle 28">
            <a:extLst>
              <a:ext uri="{FF2B5EF4-FFF2-40B4-BE49-F238E27FC236}">
                <a16:creationId xmlns:a16="http://schemas.microsoft.com/office/drawing/2014/main" id="{3964A093-D04E-9548-A592-9ADBD095FB82}"/>
              </a:ext>
            </a:extLst>
          </p:cNvPr>
          <p:cNvSpPr/>
          <p:nvPr userDrawn="1"/>
        </p:nvSpPr>
        <p:spPr>
          <a:xfrm>
            <a:off x="468313" y="3303402"/>
            <a:ext cx="986838" cy="406349"/>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1:20</a:t>
            </a:r>
          </a:p>
        </p:txBody>
      </p:sp>
      <p:sp>
        <p:nvSpPr>
          <p:cNvPr id="30" name="Rectangle 29">
            <a:extLst>
              <a:ext uri="{FF2B5EF4-FFF2-40B4-BE49-F238E27FC236}">
                <a16:creationId xmlns:a16="http://schemas.microsoft.com/office/drawing/2014/main" id="{37FAEEF9-51BD-7547-9D28-C4D1709E8B36}"/>
              </a:ext>
            </a:extLst>
          </p:cNvPr>
          <p:cNvSpPr/>
          <p:nvPr userDrawn="1"/>
        </p:nvSpPr>
        <p:spPr>
          <a:xfrm>
            <a:off x="468313" y="3796989"/>
            <a:ext cx="986838" cy="399323"/>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2:00</a:t>
            </a:r>
          </a:p>
        </p:txBody>
      </p:sp>
    </p:spTree>
    <p:extLst>
      <p:ext uri="{BB962C8B-B14F-4D97-AF65-F5344CB8AC3E}">
        <p14:creationId xmlns:p14="http://schemas.microsoft.com/office/powerpoint/2010/main" val="149885943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TOC Slide - Main">
    <p:spTree>
      <p:nvGrpSpPr>
        <p:cNvPr id="1" name=""/>
        <p:cNvGrpSpPr/>
        <p:nvPr/>
      </p:nvGrpSpPr>
      <p:grpSpPr>
        <a:xfrm>
          <a:off x="0" y="0"/>
          <a:ext cx="0" cy="0"/>
          <a:chOff x="0" y="0"/>
          <a:chExt cx="0" cy="0"/>
        </a:xfrm>
      </p:grpSpPr>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2" name="Title 1"/>
          <p:cNvSpPr>
            <a:spLocks noGrp="1"/>
          </p:cNvSpPr>
          <p:nvPr>
            <p:ph type="title" hasCustomPrompt="1"/>
          </p:nvPr>
        </p:nvSpPr>
        <p:spPr>
          <a:xfrm>
            <a:off x="457200" y="0"/>
            <a:ext cx="3214914" cy="1200151"/>
          </a:xfrm>
        </p:spPr>
        <p:txBody>
          <a:bodyPr/>
          <a:lstStyle/>
          <a:p>
            <a:r>
              <a:rPr lang="en-US"/>
              <a:t>Contents</a:t>
            </a:r>
          </a:p>
        </p:txBody>
      </p:sp>
      <p:sp>
        <p:nvSpPr>
          <p:cNvPr id="34" name="Text Placeholder 6"/>
          <p:cNvSpPr>
            <a:spLocks noGrp="1"/>
          </p:cNvSpPr>
          <p:nvPr>
            <p:ph type="body" sz="quarter" idx="11" hasCustomPrompt="1"/>
          </p:nvPr>
        </p:nvSpPr>
        <p:spPr>
          <a:xfrm>
            <a:off x="983661" y="1387198"/>
            <a:ext cx="5164903" cy="389572"/>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37" name="Straight Connector 36"/>
          <p:cNvCxnSpPr/>
          <p:nvPr userDrawn="1"/>
        </p:nvCxnSpPr>
        <p:spPr>
          <a:xfrm>
            <a:off x="983661" y="177677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8" name="Text Placeholder 6"/>
          <p:cNvSpPr>
            <a:spLocks noGrp="1"/>
          </p:cNvSpPr>
          <p:nvPr>
            <p:ph type="body" sz="quarter" idx="19" hasCustomPrompt="1"/>
          </p:nvPr>
        </p:nvSpPr>
        <p:spPr>
          <a:xfrm>
            <a:off x="983661" y="18665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0" name="Straight Connector 39"/>
          <p:cNvCxnSpPr/>
          <p:nvPr userDrawn="1"/>
        </p:nvCxnSpPr>
        <p:spPr>
          <a:xfrm>
            <a:off x="983661" y="22561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2" name="Text Placeholder 6"/>
          <p:cNvSpPr>
            <a:spLocks noGrp="1"/>
          </p:cNvSpPr>
          <p:nvPr>
            <p:ph type="body" sz="quarter" idx="21" hasCustomPrompt="1"/>
          </p:nvPr>
        </p:nvSpPr>
        <p:spPr>
          <a:xfrm>
            <a:off x="983661" y="235108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4" name="Straight Connector 43"/>
          <p:cNvCxnSpPr/>
          <p:nvPr userDrawn="1"/>
        </p:nvCxnSpPr>
        <p:spPr>
          <a:xfrm>
            <a:off x="983661" y="274066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9" name="Text Placeholder 6"/>
          <p:cNvSpPr>
            <a:spLocks noGrp="1"/>
          </p:cNvSpPr>
          <p:nvPr>
            <p:ph type="body" sz="quarter" idx="23" hasCustomPrompt="1"/>
          </p:nvPr>
        </p:nvSpPr>
        <p:spPr>
          <a:xfrm>
            <a:off x="983661" y="283664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1" name="Straight Connector 50"/>
          <p:cNvCxnSpPr/>
          <p:nvPr userDrawn="1"/>
        </p:nvCxnSpPr>
        <p:spPr>
          <a:xfrm>
            <a:off x="983661" y="322622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2" name="Text Placeholder 6"/>
          <p:cNvSpPr>
            <a:spLocks noGrp="1"/>
          </p:cNvSpPr>
          <p:nvPr>
            <p:ph type="body" sz="quarter" idx="25" hasCustomPrompt="1"/>
          </p:nvPr>
        </p:nvSpPr>
        <p:spPr>
          <a:xfrm>
            <a:off x="983661" y="33284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4" name="Straight Connector 53"/>
          <p:cNvCxnSpPr/>
          <p:nvPr userDrawn="1"/>
        </p:nvCxnSpPr>
        <p:spPr>
          <a:xfrm>
            <a:off x="983661" y="37180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5" name="Text Placeholder 6"/>
          <p:cNvSpPr>
            <a:spLocks noGrp="1"/>
          </p:cNvSpPr>
          <p:nvPr>
            <p:ph type="body" sz="quarter" idx="27" hasCustomPrompt="1"/>
          </p:nvPr>
        </p:nvSpPr>
        <p:spPr>
          <a:xfrm>
            <a:off x="983661" y="3813991"/>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7" name="Straight Connector 56"/>
          <p:cNvCxnSpPr/>
          <p:nvPr userDrawn="1"/>
        </p:nvCxnSpPr>
        <p:spPr>
          <a:xfrm>
            <a:off x="983661" y="4203563"/>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8" name="Text Placeholder 6"/>
          <p:cNvSpPr>
            <a:spLocks noGrp="1"/>
          </p:cNvSpPr>
          <p:nvPr>
            <p:ph type="body" sz="quarter" idx="29" hasCustomPrompt="1"/>
          </p:nvPr>
        </p:nvSpPr>
        <p:spPr>
          <a:xfrm>
            <a:off x="983661" y="429954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60" name="Straight Connector 59"/>
          <p:cNvCxnSpPr/>
          <p:nvPr userDrawn="1"/>
        </p:nvCxnSpPr>
        <p:spPr>
          <a:xfrm>
            <a:off x="983661" y="468912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27146A4F-6A3F-EF4B-929E-5836F6BDE5E3}"/>
              </a:ext>
            </a:extLst>
          </p:cNvPr>
          <p:cNvSpPr/>
          <p:nvPr userDrawn="1"/>
        </p:nvSpPr>
        <p:spPr>
          <a:xfrm>
            <a:off x="468313" y="1390711"/>
            <a:ext cx="431573" cy="389572"/>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a:t>
            </a:r>
          </a:p>
        </p:txBody>
      </p:sp>
      <p:sp>
        <p:nvSpPr>
          <p:cNvPr id="26" name="Rectangle 25">
            <a:extLst>
              <a:ext uri="{FF2B5EF4-FFF2-40B4-BE49-F238E27FC236}">
                <a16:creationId xmlns:a16="http://schemas.microsoft.com/office/drawing/2014/main" id="{539E3358-3387-0344-A4E5-7F543009BFF7}"/>
              </a:ext>
            </a:extLst>
          </p:cNvPr>
          <p:cNvSpPr/>
          <p:nvPr userDrawn="1"/>
        </p:nvSpPr>
        <p:spPr>
          <a:xfrm>
            <a:off x="468313" y="1868884"/>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2</a:t>
            </a:r>
          </a:p>
        </p:txBody>
      </p:sp>
      <p:sp>
        <p:nvSpPr>
          <p:cNvPr id="27" name="Rectangle 26">
            <a:extLst>
              <a:ext uri="{FF2B5EF4-FFF2-40B4-BE49-F238E27FC236}">
                <a16:creationId xmlns:a16="http://schemas.microsoft.com/office/drawing/2014/main" id="{C386C688-264C-8644-BF91-47516BE962DC}"/>
              </a:ext>
            </a:extLst>
          </p:cNvPr>
          <p:cNvSpPr/>
          <p:nvPr userDrawn="1"/>
        </p:nvSpPr>
        <p:spPr>
          <a:xfrm>
            <a:off x="468313" y="2347056"/>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3</a:t>
            </a:r>
          </a:p>
        </p:txBody>
      </p:sp>
      <p:sp>
        <p:nvSpPr>
          <p:cNvPr id="28" name="Rectangle 27">
            <a:extLst>
              <a:ext uri="{FF2B5EF4-FFF2-40B4-BE49-F238E27FC236}">
                <a16:creationId xmlns:a16="http://schemas.microsoft.com/office/drawing/2014/main" id="{DDA01238-AB3B-E34F-9AEA-F4E521E46353}"/>
              </a:ext>
            </a:extLst>
          </p:cNvPr>
          <p:cNvSpPr/>
          <p:nvPr userDrawn="1"/>
        </p:nvSpPr>
        <p:spPr>
          <a:xfrm>
            <a:off x="468313" y="282522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4</a:t>
            </a:r>
          </a:p>
        </p:txBody>
      </p:sp>
      <p:sp>
        <p:nvSpPr>
          <p:cNvPr id="29" name="Rectangle 28">
            <a:extLst>
              <a:ext uri="{FF2B5EF4-FFF2-40B4-BE49-F238E27FC236}">
                <a16:creationId xmlns:a16="http://schemas.microsoft.com/office/drawing/2014/main" id="{3964A093-D04E-9548-A592-9ADBD095FB82}"/>
              </a:ext>
            </a:extLst>
          </p:cNvPr>
          <p:cNvSpPr/>
          <p:nvPr userDrawn="1"/>
        </p:nvSpPr>
        <p:spPr>
          <a:xfrm>
            <a:off x="468313" y="332017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5</a:t>
            </a:r>
          </a:p>
        </p:txBody>
      </p:sp>
      <p:sp>
        <p:nvSpPr>
          <p:cNvPr id="30" name="Rectangle 29">
            <a:extLst>
              <a:ext uri="{FF2B5EF4-FFF2-40B4-BE49-F238E27FC236}">
                <a16:creationId xmlns:a16="http://schemas.microsoft.com/office/drawing/2014/main" id="{37FAEEF9-51BD-7547-9D28-C4D1709E8B36}"/>
              </a:ext>
            </a:extLst>
          </p:cNvPr>
          <p:cNvSpPr/>
          <p:nvPr userDrawn="1"/>
        </p:nvSpPr>
        <p:spPr>
          <a:xfrm>
            <a:off x="468313" y="380674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6</a:t>
            </a:r>
          </a:p>
        </p:txBody>
      </p:sp>
      <p:sp>
        <p:nvSpPr>
          <p:cNvPr id="31" name="Rectangle 30">
            <a:extLst>
              <a:ext uri="{FF2B5EF4-FFF2-40B4-BE49-F238E27FC236}">
                <a16:creationId xmlns:a16="http://schemas.microsoft.com/office/drawing/2014/main" id="{9B5306E0-61DD-104F-93DD-9C840B7CDCA6}"/>
              </a:ext>
            </a:extLst>
          </p:cNvPr>
          <p:cNvSpPr/>
          <p:nvPr userDrawn="1"/>
        </p:nvSpPr>
        <p:spPr>
          <a:xfrm>
            <a:off x="468313" y="4284913"/>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7</a:t>
            </a:r>
          </a:p>
        </p:txBody>
      </p:sp>
    </p:spTree>
    <p:extLst>
      <p:ext uri="{BB962C8B-B14F-4D97-AF65-F5344CB8AC3E}">
        <p14:creationId xmlns:p14="http://schemas.microsoft.com/office/powerpoint/2010/main" val="314276520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_TOC Slide - Main">
    <p:spTree>
      <p:nvGrpSpPr>
        <p:cNvPr id="1" name=""/>
        <p:cNvGrpSpPr/>
        <p:nvPr/>
      </p:nvGrpSpPr>
      <p:grpSpPr>
        <a:xfrm>
          <a:off x="0" y="0"/>
          <a:ext cx="0" cy="0"/>
          <a:chOff x="0" y="0"/>
          <a:chExt cx="0" cy="0"/>
        </a:xfrm>
      </p:grpSpPr>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2" name="Title 1"/>
          <p:cNvSpPr>
            <a:spLocks noGrp="1"/>
          </p:cNvSpPr>
          <p:nvPr>
            <p:ph type="title" hasCustomPrompt="1"/>
          </p:nvPr>
        </p:nvSpPr>
        <p:spPr>
          <a:xfrm>
            <a:off x="457200" y="0"/>
            <a:ext cx="3214914" cy="1200151"/>
          </a:xfrm>
        </p:spPr>
        <p:txBody>
          <a:bodyPr/>
          <a:lstStyle/>
          <a:p>
            <a:r>
              <a:rPr lang="en-US"/>
              <a:t>Contents</a:t>
            </a:r>
          </a:p>
        </p:txBody>
      </p:sp>
      <p:sp>
        <p:nvSpPr>
          <p:cNvPr id="34" name="Text Placeholder 6"/>
          <p:cNvSpPr>
            <a:spLocks noGrp="1"/>
          </p:cNvSpPr>
          <p:nvPr>
            <p:ph type="body" sz="quarter" idx="11" hasCustomPrompt="1"/>
          </p:nvPr>
        </p:nvSpPr>
        <p:spPr>
          <a:xfrm>
            <a:off x="983661" y="138719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37" name="Straight Connector 36"/>
          <p:cNvCxnSpPr/>
          <p:nvPr userDrawn="1"/>
        </p:nvCxnSpPr>
        <p:spPr>
          <a:xfrm>
            <a:off x="983661" y="177677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8" name="Text Placeholder 6"/>
          <p:cNvSpPr>
            <a:spLocks noGrp="1"/>
          </p:cNvSpPr>
          <p:nvPr>
            <p:ph type="body" sz="quarter" idx="19" hasCustomPrompt="1"/>
          </p:nvPr>
        </p:nvSpPr>
        <p:spPr>
          <a:xfrm>
            <a:off x="983661" y="1866532"/>
            <a:ext cx="5164903" cy="389572"/>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0" name="Straight Connector 39"/>
          <p:cNvCxnSpPr/>
          <p:nvPr userDrawn="1"/>
        </p:nvCxnSpPr>
        <p:spPr>
          <a:xfrm>
            <a:off x="983661" y="22561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2" name="Text Placeholder 6"/>
          <p:cNvSpPr>
            <a:spLocks noGrp="1"/>
          </p:cNvSpPr>
          <p:nvPr>
            <p:ph type="body" sz="quarter" idx="21" hasCustomPrompt="1"/>
          </p:nvPr>
        </p:nvSpPr>
        <p:spPr>
          <a:xfrm>
            <a:off x="983661" y="235108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4" name="Straight Connector 43"/>
          <p:cNvCxnSpPr/>
          <p:nvPr userDrawn="1"/>
        </p:nvCxnSpPr>
        <p:spPr>
          <a:xfrm>
            <a:off x="983661" y="274066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9" name="Text Placeholder 6"/>
          <p:cNvSpPr>
            <a:spLocks noGrp="1"/>
          </p:cNvSpPr>
          <p:nvPr>
            <p:ph type="body" sz="quarter" idx="23" hasCustomPrompt="1"/>
          </p:nvPr>
        </p:nvSpPr>
        <p:spPr>
          <a:xfrm>
            <a:off x="983661" y="283664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1" name="Straight Connector 50"/>
          <p:cNvCxnSpPr/>
          <p:nvPr userDrawn="1"/>
        </p:nvCxnSpPr>
        <p:spPr>
          <a:xfrm>
            <a:off x="983661" y="322622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2" name="Text Placeholder 6"/>
          <p:cNvSpPr>
            <a:spLocks noGrp="1"/>
          </p:cNvSpPr>
          <p:nvPr>
            <p:ph type="body" sz="quarter" idx="25" hasCustomPrompt="1"/>
          </p:nvPr>
        </p:nvSpPr>
        <p:spPr>
          <a:xfrm>
            <a:off x="983661" y="33284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4" name="Straight Connector 53"/>
          <p:cNvCxnSpPr/>
          <p:nvPr userDrawn="1"/>
        </p:nvCxnSpPr>
        <p:spPr>
          <a:xfrm>
            <a:off x="983661" y="37180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5" name="Text Placeholder 6"/>
          <p:cNvSpPr>
            <a:spLocks noGrp="1"/>
          </p:cNvSpPr>
          <p:nvPr>
            <p:ph type="body" sz="quarter" idx="27" hasCustomPrompt="1"/>
          </p:nvPr>
        </p:nvSpPr>
        <p:spPr>
          <a:xfrm>
            <a:off x="983661" y="3813991"/>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7" name="Straight Connector 56"/>
          <p:cNvCxnSpPr/>
          <p:nvPr userDrawn="1"/>
        </p:nvCxnSpPr>
        <p:spPr>
          <a:xfrm>
            <a:off x="983661" y="4203563"/>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8" name="Text Placeholder 6"/>
          <p:cNvSpPr>
            <a:spLocks noGrp="1"/>
          </p:cNvSpPr>
          <p:nvPr>
            <p:ph type="body" sz="quarter" idx="29" hasCustomPrompt="1"/>
          </p:nvPr>
        </p:nvSpPr>
        <p:spPr>
          <a:xfrm>
            <a:off x="983661" y="429954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60" name="Straight Connector 59"/>
          <p:cNvCxnSpPr/>
          <p:nvPr userDrawn="1"/>
        </p:nvCxnSpPr>
        <p:spPr>
          <a:xfrm>
            <a:off x="983661" y="468912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27146A4F-6A3F-EF4B-929E-5836F6BDE5E3}"/>
              </a:ext>
            </a:extLst>
          </p:cNvPr>
          <p:cNvSpPr/>
          <p:nvPr userDrawn="1"/>
        </p:nvSpPr>
        <p:spPr>
          <a:xfrm>
            <a:off x="468313" y="139071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a:t>
            </a:r>
          </a:p>
        </p:txBody>
      </p:sp>
      <p:sp>
        <p:nvSpPr>
          <p:cNvPr id="26" name="Rectangle 25">
            <a:extLst>
              <a:ext uri="{FF2B5EF4-FFF2-40B4-BE49-F238E27FC236}">
                <a16:creationId xmlns:a16="http://schemas.microsoft.com/office/drawing/2014/main" id="{539E3358-3387-0344-A4E5-7F543009BFF7}"/>
              </a:ext>
            </a:extLst>
          </p:cNvPr>
          <p:cNvSpPr/>
          <p:nvPr userDrawn="1"/>
        </p:nvSpPr>
        <p:spPr>
          <a:xfrm>
            <a:off x="468313" y="1868884"/>
            <a:ext cx="431573" cy="389572"/>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2</a:t>
            </a:r>
          </a:p>
        </p:txBody>
      </p:sp>
      <p:sp>
        <p:nvSpPr>
          <p:cNvPr id="27" name="Rectangle 26">
            <a:extLst>
              <a:ext uri="{FF2B5EF4-FFF2-40B4-BE49-F238E27FC236}">
                <a16:creationId xmlns:a16="http://schemas.microsoft.com/office/drawing/2014/main" id="{C386C688-264C-8644-BF91-47516BE962DC}"/>
              </a:ext>
            </a:extLst>
          </p:cNvPr>
          <p:cNvSpPr/>
          <p:nvPr userDrawn="1"/>
        </p:nvSpPr>
        <p:spPr>
          <a:xfrm>
            <a:off x="468313" y="2347056"/>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3</a:t>
            </a:r>
          </a:p>
        </p:txBody>
      </p:sp>
      <p:sp>
        <p:nvSpPr>
          <p:cNvPr id="28" name="Rectangle 27">
            <a:extLst>
              <a:ext uri="{FF2B5EF4-FFF2-40B4-BE49-F238E27FC236}">
                <a16:creationId xmlns:a16="http://schemas.microsoft.com/office/drawing/2014/main" id="{DDA01238-AB3B-E34F-9AEA-F4E521E46353}"/>
              </a:ext>
            </a:extLst>
          </p:cNvPr>
          <p:cNvSpPr/>
          <p:nvPr userDrawn="1"/>
        </p:nvSpPr>
        <p:spPr>
          <a:xfrm>
            <a:off x="468313" y="282522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4</a:t>
            </a:r>
          </a:p>
        </p:txBody>
      </p:sp>
      <p:sp>
        <p:nvSpPr>
          <p:cNvPr id="29" name="Rectangle 28">
            <a:extLst>
              <a:ext uri="{FF2B5EF4-FFF2-40B4-BE49-F238E27FC236}">
                <a16:creationId xmlns:a16="http://schemas.microsoft.com/office/drawing/2014/main" id="{3964A093-D04E-9548-A592-9ADBD095FB82}"/>
              </a:ext>
            </a:extLst>
          </p:cNvPr>
          <p:cNvSpPr/>
          <p:nvPr userDrawn="1"/>
        </p:nvSpPr>
        <p:spPr>
          <a:xfrm>
            <a:off x="468313" y="332017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5</a:t>
            </a:r>
          </a:p>
        </p:txBody>
      </p:sp>
      <p:sp>
        <p:nvSpPr>
          <p:cNvPr id="30" name="Rectangle 29">
            <a:extLst>
              <a:ext uri="{FF2B5EF4-FFF2-40B4-BE49-F238E27FC236}">
                <a16:creationId xmlns:a16="http://schemas.microsoft.com/office/drawing/2014/main" id="{37FAEEF9-51BD-7547-9D28-C4D1709E8B36}"/>
              </a:ext>
            </a:extLst>
          </p:cNvPr>
          <p:cNvSpPr/>
          <p:nvPr userDrawn="1"/>
        </p:nvSpPr>
        <p:spPr>
          <a:xfrm>
            <a:off x="468313" y="380674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6</a:t>
            </a:r>
          </a:p>
        </p:txBody>
      </p:sp>
      <p:sp>
        <p:nvSpPr>
          <p:cNvPr id="31" name="Rectangle 30">
            <a:extLst>
              <a:ext uri="{FF2B5EF4-FFF2-40B4-BE49-F238E27FC236}">
                <a16:creationId xmlns:a16="http://schemas.microsoft.com/office/drawing/2014/main" id="{9B5306E0-61DD-104F-93DD-9C840B7CDCA6}"/>
              </a:ext>
            </a:extLst>
          </p:cNvPr>
          <p:cNvSpPr/>
          <p:nvPr userDrawn="1"/>
        </p:nvSpPr>
        <p:spPr>
          <a:xfrm>
            <a:off x="468313" y="4284913"/>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7</a:t>
            </a:r>
          </a:p>
        </p:txBody>
      </p:sp>
    </p:spTree>
    <p:extLst>
      <p:ext uri="{BB962C8B-B14F-4D97-AF65-F5344CB8AC3E}">
        <p14:creationId xmlns:p14="http://schemas.microsoft.com/office/powerpoint/2010/main" val="7252041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_TOC Slide - Main">
    <p:spTree>
      <p:nvGrpSpPr>
        <p:cNvPr id="1" name=""/>
        <p:cNvGrpSpPr/>
        <p:nvPr/>
      </p:nvGrpSpPr>
      <p:grpSpPr>
        <a:xfrm>
          <a:off x="0" y="0"/>
          <a:ext cx="0" cy="0"/>
          <a:chOff x="0" y="0"/>
          <a:chExt cx="0" cy="0"/>
        </a:xfrm>
      </p:grpSpPr>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2" name="Title 1"/>
          <p:cNvSpPr>
            <a:spLocks noGrp="1"/>
          </p:cNvSpPr>
          <p:nvPr>
            <p:ph type="title" hasCustomPrompt="1"/>
          </p:nvPr>
        </p:nvSpPr>
        <p:spPr>
          <a:xfrm>
            <a:off x="457200" y="0"/>
            <a:ext cx="3214914" cy="1200151"/>
          </a:xfrm>
        </p:spPr>
        <p:txBody>
          <a:bodyPr/>
          <a:lstStyle/>
          <a:p>
            <a:r>
              <a:rPr lang="en-US"/>
              <a:t>Contents</a:t>
            </a:r>
          </a:p>
        </p:txBody>
      </p:sp>
      <p:sp>
        <p:nvSpPr>
          <p:cNvPr id="34" name="Text Placeholder 6"/>
          <p:cNvSpPr>
            <a:spLocks noGrp="1"/>
          </p:cNvSpPr>
          <p:nvPr>
            <p:ph type="body" sz="quarter" idx="11" hasCustomPrompt="1"/>
          </p:nvPr>
        </p:nvSpPr>
        <p:spPr>
          <a:xfrm>
            <a:off x="983661" y="138719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37" name="Straight Connector 36"/>
          <p:cNvCxnSpPr/>
          <p:nvPr userDrawn="1"/>
        </p:nvCxnSpPr>
        <p:spPr>
          <a:xfrm>
            <a:off x="983661" y="177677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8" name="Text Placeholder 6"/>
          <p:cNvSpPr>
            <a:spLocks noGrp="1"/>
          </p:cNvSpPr>
          <p:nvPr>
            <p:ph type="body" sz="quarter" idx="19" hasCustomPrompt="1"/>
          </p:nvPr>
        </p:nvSpPr>
        <p:spPr>
          <a:xfrm>
            <a:off x="983661" y="18665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0" name="Straight Connector 39"/>
          <p:cNvCxnSpPr/>
          <p:nvPr userDrawn="1"/>
        </p:nvCxnSpPr>
        <p:spPr>
          <a:xfrm>
            <a:off x="983661" y="22561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2" name="Text Placeholder 6"/>
          <p:cNvSpPr>
            <a:spLocks noGrp="1"/>
          </p:cNvSpPr>
          <p:nvPr>
            <p:ph type="body" sz="quarter" idx="21" hasCustomPrompt="1"/>
          </p:nvPr>
        </p:nvSpPr>
        <p:spPr>
          <a:xfrm>
            <a:off x="983661" y="2351089"/>
            <a:ext cx="5164903" cy="389572"/>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4" name="Straight Connector 43"/>
          <p:cNvCxnSpPr/>
          <p:nvPr userDrawn="1"/>
        </p:nvCxnSpPr>
        <p:spPr>
          <a:xfrm>
            <a:off x="983661" y="274066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9" name="Text Placeholder 6"/>
          <p:cNvSpPr>
            <a:spLocks noGrp="1"/>
          </p:cNvSpPr>
          <p:nvPr>
            <p:ph type="body" sz="quarter" idx="23" hasCustomPrompt="1"/>
          </p:nvPr>
        </p:nvSpPr>
        <p:spPr>
          <a:xfrm>
            <a:off x="983661" y="283664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1" name="Straight Connector 50"/>
          <p:cNvCxnSpPr/>
          <p:nvPr userDrawn="1"/>
        </p:nvCxnSpPr>
        <p:spPr>
          <a:xfrm>
            <a:off x="983661" y="322622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2" name="Text Placeholder 6"/>
          <p:cNvSpPr>
            <a:spLocks noGrp="1"/>
          </p:cNvSpPr>
          <p:nvPr>
            <p:ph type="body" sz="quarter" idx="25" hasCustomPrompt="1"/>
          </p:nvPr>
        </p:nvSpPr>
        <p:spPr>
          <a:xfrm>
            <a:off x="983661" y="33284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4" name="Straight Connector 53"/>
          <p:cNvCxnSpPr/>
          <p:nvPr userDrawn="1"/>
        </p:nvCxnSpPr>
        <p:spPr>
          <a:xfrm>
            <a:off x="983661" y="37180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5" name="Text Placeholder 6"/>
          <p:cNvSpPr>
            <a:spLocks noGrp="1"/>
          </p:cNvSpPr>
          <p:nvPr>
            <p:ph type="body" sz="quarter" idx="27" hasCustomPrompt="1"/>
          </p:nvPr>
        </p:nvSpPr>
        <p:spPr>
          <a:xfrm>
            <a:off x="983661" y="3813991"/>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7" name="Straight Connector 56"/>
          <p:cNvCxnSpPr/>
          <p:nvPr userDrawn="1"/>
        </p:nvCxnSpPr>
        <p:spPr>
          <a:xfrm>
            <a:off x="983661" y="4203563"/>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8" name="Text Placeholder 6"/>
          <p:cNvSpPr>
            <a:spLocks noGrp="1"/>
          </p:cNvSpPr>
          <p:nvPr>
            <p:ph type="body" sz="quarter" idx="29" hasCustomPrompt="1"/>
          </p:nvPr>
        </p:nvSpPr>
        <p:spPr>
          <a:xfrm>
            <a:off x="983661" y="429954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60" name="Straight Connector 59"/>
          <p:cNvCxnSpPr/>
          <p:nvPr userDrawn="1"/>
        </p:nvCxnSpPr>
        <p:spPr>
          <a:xfrm>
            <a:off x="983661" y="468912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27146A4F-6A3F-EF4B-929E-5836F6BDE5E3}"/>
              </a:ext>
            </a:extLst>
          </p:cNvPr>
          <p:cNvSpPr/>
          <p:nvPr userDrawn="1"/>
        </p:nvSpPr>
        <p:spPr>
          <a:xfrm>
            <a:off x="468313" y="139071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a:t>
            </a:r>
          </a:p>
        </p:txBody>
      </p:sp>
      <p:sp>
        <p:nvSpPr>
          <p:cNvPr id="26" name="Rectangle 25">
            <a:extLst>
              <a:ext uri="{FF2B5EF4-FFF2-40B4-BE49-F238E27FC236}">
                <a16:creationId xmlns:a16="http://schemas.microsoft.com/office/drawing/2014/main" id="{539E3358-3387-0344-A4E5-7F543009BFF7}"/>
              </a:ext>
            </a:extLst>
          </p:cNvPr>
          <p:cNvSpPr/>
          <p:nvPr userDrawn="1"/>
        </p:nvSpPr>
        <p:spPr>
          <a:xfrm>
            <a:off x="468313" y="1868884"/>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2</a:t>
            </a:r>
          </a:p>
        </p:txBody>
      </p:sp>
      <p:sp>
        <p:nvSpPr>
          <p:cNvPr id="27" name="Rectangle 26">
            <a:extLst>
              <a:ext uri="{FF2B5EF4-FFF2-40B4-BE49-F238E27FC236}">
                <a16:creationId xmlns:a16="http://schemas.microsoft.com/office/drawing/2014/main" id="{C386C688-264C-8644-BF91-47516BE962DC}"/>
              </a:ext>
            </a:extLst>
          </p:cNvPr>
          <p:cNvSpPr/>
          <p:nvPr userDrawn="1"/>
        </p:nvSpPr>
        <p:spPr>
          <a:xfrm>
            <a:off x="468313" y="2347056"/>
            <a:ext cx="431573" cy="389572"/>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3</a:t>
            </a:r>
          </a:p>
        </p:txBody>
      </p:sp>
      <p:sp>
        <p:nvSpPr>
          <p:cNvPr id="28" name="Rectangle 27">
            <a:extLst>
              <a:ext uri="{FF2B5EF4-FFF2-40B4-BE49-F238E27FC236}">
                <a16:creationId xmlns:a16="http://schemas.microsoft.com/office/drawing/2014/main" id="{DDA01238-AB3B-E34F-9AEA-F4E521E46353}"/>
              </a:ext>
            </a:extLst>
          </p:cNvPr>
          <p:cNvSpPr/>
          <p:nvPr userDrawn="1"/>
        </p:nvSpPr>
        <p:spPr>
          <a:xfrm>
            <a:off x="468313" y="282522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4</a:t>
            </a:r>
          </a:p>
        </p:txBody>
      </p:sp>
      <p:sp>
        <p:nvSpPr>
          <p:cNvPr id="29" name="Rectangle 28">
            <a:extLst>
              <a:ext uri="{FF2B5EF4-FFF2-40B4-BE49-F238E27FC236}">
                <a16:creationId xmlns:a16="http://schemas.microsoft.com/office/drawing/2014/main" id="{3964A093-D04E-9548-A592-9ADBD095FB82}"/>
              </a:ext>
            </a:extLst>
          </p:cNvPr>
          <p:cNvSpPr/>
          <p:nvPr userDrawn="1"/>
        </p:nvSpPr>
        <p:spPr>
          <a:xfrm>
            <a:off x="468313" y="332017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5</a:t>
            </a:r>
          </a:p>
        </p:txBody>
      </p:sp>
      <p:sp>
        <p:nvSpPr>
          <p:cNvPr id="30" name="Rectangle 29">
            <a:extLst>
              <a:ext uri="{FF2B5EF4-FFF2-40B4-BE49-F238E27FC236}">
                <a16:creationId xmlns:a16="http://schemas.microsoft.com/office/drawing/2014/main" id="{37FAEEF9-51BD-7547-9D28-C4D1709E8B36}"/>
              </a:ext>
            </a:extLst>
          </p:cNvPr>
          <p:cNvSpPr/>
          <p:nvPr userDrawn="1"/>
        </p:nvSpPr>
        <p:spPr>
          <a:xfrm>
            <a:off x="468313" y="380674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6</a:t>
            </a:r>
          </a:p>
        </p:txBody>
      </p:sp>
      <p:sp>
        <p:nvSpPr>
          <p:cNvPr id="31" name="Rectangle 30">
            <a:extLst>
              <a:ext uri="{FF2B5EF4-FFF2-40B4-BE49-F238E27FC236}">
                <a16:creationId xmlns:a16="http://schemas.microsoft.com/office/drawing/2014/main" id="{9B5306E0-61DD-104F-93DD-9C840B7CDCA6}"/>
              </a:ext>
            </a:extLst>
          </p:cNvPr>
          <p:cNvSpPr/>
          <p:nvPr userDrawn="1"/>
        </p:nvSpPr>
        <p:spPr>
          <a:xfrm>
            <a:off x="468313" y="4284913"/>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7</a:t>
            </a:r>
          </a:p>
        </p:txBody>
      </p:sp>
    </p:spTree>
    <p:extLst>
      <p:ext uri="{BB962C8B-B14F-4D97-AF65-F5344CB8AC3E}">
        <p14:creationId xmlns:p14="http://schemas.microsoft.com/office/powerpoint/2010/main" val="42657215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_TOC Slide - Main">
    <p:spTree>
      <p:nvGrpSpPr>
        <p:cNvPr id="1" name=""/>
        <p:cNvGrpSpPr/>
        <p:nvPr/>
      </p:nvGrpSpPr>
      <p:grpSpPr>
        <a:xfrm>
          <a:off x="0" y="0"/>
          <a:ext cx="0" cy="0"/>
          <a:chOff x="0" y="0"/>
          <a:chExt cx="0" cy="0"/>
        </a:xfrm>
      </p:grpSpPr>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2" name="Title 1"/>
          <p:cNvSpPr>
            <a:spLocks noGrp="1"/>
          </p:cNvSpPr>
          <p:nvPr>
            <p:ph type="title" hasCustomPrompt="1"/>
          </p:nvPr>
        </p:nvSpPr>
        <p:spPr>
          <a:xfrm>
            <a:off x="457200" y="0"/>
            <a:ext cx="3214914" cy="1200151"/>
          </a:xfrm>
        </p:spPr>
        <p:txBody>
          <a:bodyPr/>
          <a:lstStyle/>
          <a:p>
            <a:r>
              <a:rPr lang="en-US"/>
              <a:t>Contents</a:t>
            </a:r>
          </a:p>
        </p:txBody>
      </p:sp>
      <p:sp>
        <p:nvSpPr>
          <p:cNvPr id="34" name="Text Placeholder 6"/>
          <p:cNvSpPr>
            <a:spLocks noGrp="1"/>
          </p:cNvSpPr>
          <p:nvPr>
            <p:ph type="body" sz="quarter" idx="11" hasCustomPrompt="1"/>
          </p:nvPr>
        </p:nvSpPr>
        <p:spPr>
          <a:xfrm>
            <a:off x="983661" y="138719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37" name="Straight Connector 36"/>
          <p:cNvCxnSpPr/>
          <p:nvPr userDrawn="1"/>
        </p:nvCxnSpPr>
        <p:spPr>
          <a:xfrm>
            <a:off x="983661" y="177677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8" name="Text Placeholder 6"/>
          <p:cNvSpPr>
            <a:spLocks noGrp="1"/>
          </p:cNvSpPr>
          <p:nvPr>
            <p:ph type="body" sz="quarter" idx="19" hasCustomPrompt="1"/>
          </p:nvPr>
        </p:nvSpPr>
        <p:spPr>
          <a:xfrm>
            <a:off x="983661" y="18665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0" name="Straight Connector 39"/>
          <p:cNvCxnSpPr/>
          <p:nvPr userDrawn="1"/>
        </p:nvCxnSpPr>
        <p:spPr>
          <a:xfrm>
            <a:off x="983661" y="22561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2" name="Text Placeholder 6"/>
          <p:cNvSpPr>
            <a:spLocks noGrp="1"/>
          </p:cNvSpPr>
          <p:nvPr>
            <p:ph type="body" sz="quarter" idx="21" hasCustomPrompt="1"/>
          </p:nvPr>
        </p:nvSpPr>
        <p:spPr>
          <a:xfrm>
            <a:off x="983661" y="235108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4" name="Straight Connector 43"/>
          <p:cNvCxnSpPr/>
          <p:nvPr userDrawn="1"/>
        </p:nvCxnSpPr>
        <p:spPr>
          <a:xfrm>
            <a:off x="983661" y="274066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9" name="Text Placeholder 6"/>
          <p:cNvSpPr>
            <a:spLocks noGrp="1"/>
          </p:cNvSpPr>
          <p:nvPr>
            <p:ph type="body" sz="quarter" idx="23" hasCustomPrompt="1"/>
          </p:nvPr>
        </p:nvSpPr>
        <p:spPr>
          <a:xfrm>
            <a:off x="983661" y="2836648"/>
            <a:ext cx="5164903" cy="389572"/>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1" name="Straight Connector 50"/>
          <p:cNvCxnSpPr/>
          <p:nvPr userDrawn="1"/>
        </p:nvCxnSpPr>
        <p:spPr>
          <a:xfrm>
            <a:off x="983661" y="322622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2" name="Text Placeholder 6"/>
          <p:cNvSpPr>
            <a:spLocks noGrp="1"/>
          </p:cNvSpPr>
          <p:nvPr>
            <p:ph type="body" sz="quarter" idx="25" hasCustomPrompt="1"/>
          </p:nvPr>
        </p:nvSpPr>
        <p:spPr>
          <a:xfrm>
            <a:off x="983661" y="33284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4" name="Straight Connector 53"/>
          <p:cNvCxnSpPr/>
          <p:nvPr userDrawn="1"/>
        </p:nvCxnSpPr>
        <p:spPr>
          <a:xfrm>
            <a:off x="983661" y="37180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5" name="Text Placeholder 6"/>
          <p:cNvSpPr>
            <a:spLocks noGrp="1"/>
          </p:cNvSpPr>
          <p:nvPr>
            <p:ph type="body" sz="quarter" idx="27" hasCustomPrompt="1"/>
          </p:nvPr>
        </p:nvSpPr>
        <p:spPr>
          <a:xfrm>
            <a:off x="983661" y="3813991"/>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7" name="Straight Connector 56"/>
          <p:cNvCxnSpPr/>
          <p:nvPr userDrawn="1"/>
        </p:nvCxnSpPr>
        <p:spPr>
          <a:xfrm>
            <a:off x="983661" y="4203563"/>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8" name="Text Placeholder 6"/>
          <p:cNvSpPr>
            <a:spLocks noGrp="1"/>
          </p:cNvSpPr>
          <p:nvPr>
            <p:ph type="body" sz="quarter" idx="29" hasCustomPrompt="1"/>
          </p:nvPr>
        </p:nvSpPr>
        <p:spPr>
          <a:xfrm>
            <a:off x="983661" y="429954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60" name="Straight Connector 59"/>
          <p:cNvCxnSpPr/>
          <p:nvPr userDrawn="1"/>
        </p:nvCxnSpPr>
        <p:spPr>
          <a:xfrm>
            <a:off x="983661" y="468912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27146A4F-6A3F-EF4B-929E-5836F6BDE5E3}"/>
              </a:ext>
            </a:extLst>
          </p:cNvPr>
          <p:cNvSpPr/>
          <p:nvPr userDrawn="1"/>
        </p:nvSpPr>
        <p:spPr>
          <a:xfrm>
            <a:off x="468313" y="139071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a:t>
            </a:r>
          </a:p>
        </p:txBody>
      </p:sp>
      <p:sp>
        <p:nvSpPr>
          <p:cNvPr id="26" name="Rectangle 25">
            <a:extLst>
              <a:ext uri="{FF2B5EF4-FFF2-40B4-BE49-F238E27FC236}">
                <a16:creationId xmlns:a16="http://schemas.microsoft.com/office/drawing/2014/main" id="{539E3358-3387-0344-A4E5-7F543009BFF7}"/>
              </a:ext>
            </a:extLst>
          </p:cNvPr>
          <p:cNvSpPr/>
          <p:nvPr userDrawn="1"/>
        </p:nvSpPr>
        <p:spPr>
          <a:xfrm>
            <a:off x="468313" y="1868884"/>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2</a:t>
            </a:r>
          </a:p>
        </p:txBody>
      </p:sp>
      <p:sp>
        <p:nvSpPr>
          <p:cNvPr id="27" name="Rectangle 26">
            <a:extLst>
              <a:ext uri="{FF2B5EF4-FFF2-40B4-BE49-F238E27FC236}">
                <a16:creationId xmlns:a16="http://schemas.microsoft.com/office/drawing/2014/main" id="{C386C688-264C-8644-BF91-47516BE962DC}"/>
              </a:ext>
            </a:extLst>
          </p:cNvPr>
          <p:cNvSpPr/>
          <p:nvPr userDrawn="1"/>
        </p:nvSpPr>
        <p:spPr>
          <a:xfrm>
            <a:off x="468313" y="2347056"/>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3</a:t>
            </a:r>
          </a:p>
        </p:txBody>
      </p:sp>
      <p:sp>
        <p:nvSpPr>
          <p:cNvPr id="28" name="Rectangle 27">
            <a:extLst>
              <a:ext uri="{FF2B5EF4-FFF2-40B4-BE49-F238E27FC236}">
                <a16:creationId xmlns:a16="http://schemas.microsoft.com/office/drawing/2014/main" id="{DDA01238-AB3B-E34F-9AEA-F4E521E46353}"/>
              </a:ext>
            </a:extLst>
          </p:cNvPr>
          <p:cNvSpPr/>
          <p:nvPr userDrawn="1"/>
        </p:nvSpPr>
        <p:spPr>
          <a:xfrm>
            <a:off x="468313" y="2825229"/>
            <a:ext cx="431573" cy="389572"/>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4</a:t>
            </a:r>
          </a:p>
        </p:txBody>
      </p:sp>
      <p:sp>
        <p:nvSpPr>
          <p:cNvPr id="29" name="Rectangle 28">
            <a:extLst>
              <a:ext uri="{FF2B5EF4-FFF2-40B4-BE49-F238E27FC236}">
                <a16:creationId xmlns:a16="http://schemas.microsoft.com/office/drawing/2014/main" id="{3964A093-D04E-9548-A592-9ADBD095FB82}"/>
              </a:ext>
            </a:extLst>
          </p:cNvPr>
          <p:cNvSpPr/>
          <p:nvPr userDrawn="1"/>
        </p:nvSpPr>
        <p:spPr>
          <a:xfrm>
            <a:off x="468313" y="332017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5</a:t>
            </a:r>
          </a:p>
        </p:txBody>
      </p:sp>
      <p:sp>
        <p:nvSpPr>
          <p:cNvPr id="30" name="Rectangle 29">
            <a:extLst>
              <a:ext uri="{FF2B5EF4-FFF2-40B4-BE49-F238E27FC236}">
                <a16:creationId xmlns:a16="http://schemas.microsoft.com/office/drawing/2014/main" id="{37FAEEF9-51BD-7547-9D28-C4D1709E8B36}"/>
              </a:ext>
            </a:extLst>
          </p:cNvPr>
          <p:cNvSpPr/>
          <p:nvPr userDrawn="1"/>
        </p:nvSpPr>
        <p:spPr>
          <a:xfrm>
            <a:off x="468313" y="380674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6</a:t>
            </a:r>
          </a:p>
        </p:txBody>
      </p:sp>
      <p:sp>
        <p:nvSpPr>
          <p:cNvPr id="31" name="Rectangle 30">
            <a:extLst>
              <a:ext uri="{FF2B5EF4-FFF2-40B4-BE49-F238E27FC236}">
                <a16:creationId xmlns:a16="http://schemas.microsoft.com/office/drawing/2014/main" id="{9B5306E0-61DD-104F-93DD-9C840B7CDCA6}"/>
              </a:ext>
            </a:extLst>
          </p:cNvPr>
          <p:cNvSpPr/>
          <p:nvPr userDrawn="1"/>
        </p:nvSpPr>
        <p:spPr>
          <a:xfrm>
            <a:off x="468313" y="4284913"/>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7</a:t>
            </a:r>
          </a:p>
        </p:txBody>
      </p:sp>
    </p:spTree>
    <p:extLst>
      <p:ext uri="{BB962C8B-B14F-4D97-AF65-F5344CB8AC3E}">
        <p14:creationId xmlns:p14="http://schemas.microsoft.com/office/powerpoint/2010/main" val="114586643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5_TOC Slide - Main">
    <p:spTree>
      <p:nvGrpSpPr>
        <p:cNvPr id="1" name=""/>
        <p:cNvGrpSpPr/>
        <p:nvPr/>
      </p:nvGrpSpPr>
      <p:grpSpPr>
        <a:xfrm>
          <a:off x="0" y="0"/>
          <a:ext cx="0" cy="0"/>
          <a:chOff x="0" y="0"/>
          <a:chExt cx="0" cy="0"/>
        </a:xfrm>
      </p:grpSpPr>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2" name="Title 1"/>
          <p:cNvSpPr>
            <a:spLocks noGrp="1"/>
          </p:cNvSpPr>
          <p:nvPr>
            <p:ph type="title" hasCustomPrompt="1"/>
          </p:nvPr>
        </p:nvSpPr>
        <p:spPr>
          <a:xfrm>
            <a:off x="457200" y="0"/>
            <a:ext cx="3214914" cy="1200151"/>
          </a:xfrm>
        </p:spPr>
        <p:txBody>
          <a:bodyPr/>
          <a:lstStyle/>
          <a:p>
            <a:r>
              <a:rPr lang="en-US"/>
              <a:t>Contents</a:t>
            </a:r>
          </a:p>
        </p:txBody>
      </p:sp>
      <p:sp>
        <p:nvSpPr>
          <p:cNvPr id="34" name="Text Placeholder 6"/>
          <p:cNvSpPr>
            <a:spLocks noGrp="1"/>
          </p:cNvSpPr>
          <p:nvPr>
            <p:ph type="body" sz="quarter" idx="11" hasCustomPrompt="1"/>
          </p:nvPr>
        </p:nvSpPr>
        <p:spPr>
          <a:xfrm>
            <a:off x="983661" y="138719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37" name="Straight Connector 36"/>
          <p:cNvCxnSpPr/>
          <p:nvPr userDrawn="1"/>
        </p:nvCxnSpPr>
        <p:spPr>
          <a:xfrm>
            <a:off x="983661" y="177677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8" name="Text Placeholder 6"/>
          <p:cNvSpPr>
            <a:spLocks noGrp="1"/>
          </p:cNvSpPr>
          <p:nvPr>
            <p:ph type="body" sz="quarter" idx="19" hasCustomPrompt="1"/>
          </p:nvPr>
        </p:nvSpPr>
        <p:spPr>
          <a:xfrm>
            <a:off x="983661" y="18665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0" name="Straight Connector 39"/>
          <p:cNvCxnSpPr/>
          <p:nvPr userDrawn="1"/>
        </p:nvCxnSpPr>
        <p:spPr>
          <a:xfrm>
            <a:off x="983661" y="22561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2" name="Text Placeholder 6"/>
          <p:cNvSpPr>
            <a:spLocks noGrp="1"/>
          </p:cNvSpPr>
          <p:nvPr>
            <p:ph type="body" sz="quarter" idx="21" hasCustomPrompt="1"/>
          </p:nvPr>
        </p:nvSpPr>
        <p:spPr>
          <a:xfrm>
            <a:off x="983661" y="235108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4" name="Straight Connector 43"/>
          <p:cNvCxnSpPr/>
          <p:nvPr userDrawn="1"/>
        </p:nvCxnSpPr>
        <p:spPr>
          <a:xfrm>
            <a:off x="983661" y="274066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9" name="Text Placeholder 6"/>
          <p:cNvSpPr>
            <a:spLocks noGrp="1"/>
          </p:cNvSpPr>
          <p:nvPr>
            <p:ph type="body" sz="quarter" idx="23" hasCustomPrompt="1"/>
          </p:nvPr>
        </p:nvSpPr>
        <p:spPr>
          <a:xfrm>
            <a:off x="983661" y="283664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1" name="Straight Connector 50"/>
          <p:cNvCxnSpPr/>
          <p:nvPr userDrawn="1"/>
        </p:nvCxnSpPr>
        <p:spPr>
          <a:xfrm>
            <a:off x="983661" y="322622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2" name="Text Placeholder 6"/>
          <p:cNvSpPr>
            <a:spLocks noGrp="1"/>
          </p:cNvSpPr>
          <p:nvPr>
            <p:ph type="body" sz="quarter" idx="25" hasCustomPrompt="1"/>
          </p:nvPr>
        </p:nvSpPr>
        <p:spPr>
          <a:xfrm>
            <a:off x="983661" y="3328432"/>
            <a:ext cx="5164903" cy="389572"/>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4" name="Straight Connector 53"/>
          <p:cNvCxnSpPr/>
          <p:nvPr userDrawn="1"/>
        </p:nvCxnSpPr>
        <p:spPr>
          <a:xfrm>
            <a:off x="983661" y="37180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5" name="Text Placeholder 6"/>
          <p:cNvSpPr>
            <a:spLocks noGrp="1"/>
          </p:cNvSpPr>
          <p:nvPr>
            <p:ph type="body" sz="quarter" idx="27" hasCustomPrompt="1"/>
          </p:nvPr>
        </p:nvSpPr>
        <p:spPr>
          <a:xfrm>
            <a:off x="983661" y="3813991"/>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7" name="Straight Connector 56"/>
          <p:cNvCxnSpPr/>
          <p:nvPr userDrawn="1"/>
        </p:nvCxnSpPr>
        <p:spPr>
          <a:xfrm>
            <a:off x="983661" y="4203563"/>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8" name="Text Placeholder 6"/>
          <p:cNvSpPr>
            <a:spLocks noGrp="1"/>
          </p:cNvSpPr>
          <p:nvPr>
            <p:ph type="body" sz="quarter" idx="29" hasCustomPrompt="1"/>
          </p:nvPr>
        </p:nvSpPr>
        <p:spPr>
          <a:xfrm>
            <a:off x="983661" y="429954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60" name="Straight Connector 59"/>
          <p:cNvCxnSpPr/>
          <p:nvPr userDrawn="1"/>
        </p:nvCxnSpPr>
        <p:spPr>
          <a:xfrm>
            <a:off x="983661" y="468912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27146A4F-6A3F-EF4B-929E-5836F6BDE5E3}"/>
              </a:ext>
            </a:extLst>
          </p:cNvPr>
          <p:cNvSpPr/>
          <p:nvPr userDrawn="1"/>
        </p:nvSpPr>
        <p:spPr>
          <a:xfrm>
            <a:off x="468313" y="139071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a:t>
            </a:r>
          </a:p>
        </p:txBody>
      </p:sp>
      <p:sp>
        <p:nvSpPr>
          <p:cNvPr id="26" name="Rectangle 25">
            <a:extLst>
              <a:ext uri="{FF2B5EF4-FFF2-40B4-BE49-F238E27FC236}">
                <a16:creationId xmlns:a16="http://schemas.microsoft.com/office/drawing/2014/main" id="{539E3358-3387-0344-A4E5-7F543009BFF7}"/>
              </a:ext>
            </a:extLst>
          </p:cNvPr>
          <p:cNvSpPr/>
          <p:nvPr userDrawn="1"/>
        </p:nvSpPr>
        <p:spPr>
          <a:xfrm>
            <a:off x="468313" y="1868884"/>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2</a:t>
            </a:r>
          </a:p>
        </p:txBody>
      </p:sp>
      <p:sp>
        <p:nvSpPr>
          <p:cNvPr id="27" name="Rectangle 26">
            <a:extLst>
              <a:ext uri="{FF2B5EF4-FFF2-40B4-BE49-F238E27FC236}">
                <a16:creationId xmlns:a16="http://schemas.microsoft.com/office/drawing/2014/main" id="{C386C688-264C-8644-BF91-47516BE962DC}"/>
              </a:ext>
            </a:extLst>
          </p:cNvPr>
          <p:cNvSpPr/>
          <p:nvPr userDrawn="1"/>
        </p:nvSpPr>
        <p:spPr>
          <a:xfrm>
            <a:off x="468313" y="2347056"/>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3</a:t>
            </a:r>
          </a:p>
        </p:txBody>
      </p:sp>
      <p:sp>
        <p:nvSpPr>
          <p:cNvPr id="28" name="Rectangle 27">
            <a:extLst>
              <a:ext uri="{FF2B5EF4-FFF2-40B4-BE49-F238E27FC236}">
                <a16:creationId xmlns:a16="http://schemas.microsoft.com/office/drawing/2014/main" id="{DDA01238-AB3B-E34F-9AEA-F4E521E46353}"/>
              </a:ext>
            </a:extLst>
          </p:cNvPr>
          <p:cNvSpPr/>
          <p:nvPr userDrawn="1"/>
        </p:nvSpPr>
        <p:spPr>
          <a:xfrm>
            <a:off x="468313" y="282522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4</a:t>
            </a:r>
          </a:p>
        </p:txBody>
      </p:sp>
      <p:sp>
        <p:nvSpPr>
          <p:cNvPr id="29" name="Rectangle 28">
            <a:extLst>
              <a:ext uri="{FF2B5EF4-FFF2-40B4-BE49-F238E27FC236}">
                <a16:creationId xmlns:a16="http://schemas.microsoft.com/office/drawing/2014/main" id="{3964A093-D04E-9548-A592-9ADBD095FB82}"/>
              </a:ext>
            </a:extLst>
          </p:cNvPr>
          <p:cNvSpPr/>
          <p:nvPr userDrawn="1"/>
        </p:nvSpPr>
        <p:spPr>
          <a:xfrm>
            <a:off x="468313" y="3320179"/>
            <a:ext cx="431573" cy="389572"/>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5</a:t>
            </a:r>
          </a:p>
        </p:txBody>
      </p:sp>
      <p:sp>
        <p:nvSpPr>
          <p:cNvPr id="30" name="Rectangle 29">
            <a:extLst>
              <a:ext uri="{FF2B5EF4-FFF2-40B4-BE49-F238E27FC236}">
                <a16:creationId xmlns:a16="http://schemas.microsoft.com/office/drawing/2014/main" id="{37FAEEF9-51BD-7547-9D28-C4D1709E8B36}"/>
              </a:ext>
            </a:extLst>
          </p:cNvPr>
          <p:cNvSpPr/>
          <p:nvPr userDrawn="1"/>
        </p:nvSpPr>
        <p:spPr>
          <a:xfrm>
            <a:off x="468313" y="380674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6</a:t>
            </a:r>
          </a:p>
        </p:txBody>
      </p:sp>
      <p:sp>
        <p:nvSpPr>
          <p:cNvPr id="31" name="Rectangle 30">
            <a:extLst>
              <a:ext uri="{FF2B5EF4-FFF2-40B4-BE49-F238E27FC236}">
                <a16:creationId xmlns:a16="http://schemas.microsoft.com/office/drawing/2014/main" id="{9B5306E0-61DD-104F-93DD-9C840B7CDCA6}"/>
              </a:ext>
            </a:extLst>
          </p:cNvPr>
          <p:cNvSpPr/>
          <p:nvPr userDrawn="1"/>
        </p:nvSpPr>
        <p:spPr>
          <a:xfrm>
            <a:off x="468313" y="4284913"/>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7</a:t>
            </a:r>
          </a:p>
        </p:txBody>
      </p:sp>
    </p:spTree>
    <p:extLst>
      <p:ext uri="{BB962C8B-B14F-4D97-AF65-F5344CB8AC3E}">
        <p14:creationId xmlns:p14="http://schemas.microsoft.com/office/powerpoint/2010/main" val="422344273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6_TOC Slide - Main">
    <p:spTree>
      <p:nvGrpSpPr>
        <p:cNvPr id="1" name=""/>
        <p:cNvGrpSpPr/>
        <p:nvPr/>
      </p:nvGrpSpPr>
      <p:grpSpPr>
        <a:xfrm>
          <a:off x="0" y="0"/>
          <a:ext cx="0" cy="0"/>
          <a:chOff x="0" y="0"/>
          <a:chExt cx="0" cy="0"/>
        </a:xfrm>
      </p:grpSpPr>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2" name="Title 1"/>
          <p:cNvSpPr>
            <a:spLocks noGrp="1"/>
          </p:cNvSpPr>
          <p:nvPr>
            <p:ph type="title" hasCustomPrompt="1"/>
          </p:nvPr>
        </p:nvSpPr>
        <p:spPr>
          <a:xfrm>
            <a:off x="457200" y="0"/>
            <a:ext cx="3214914" cy="1200151"/>
          </a:xfrm>
        </p:spPr>
        <p:txBody>
          <a:bodyPr/>
          <a:lstStyle/>
          <a:p>
            <a:r>
              <a:rPr lang="en-US"/>
              <a:t>Contents</a:t>
            </a:r>
          </a:p>
        </p:txBody>
      </p:sp>
      <p:sp>
        <p:nvSpPr>
          <p:cNvPr id="34" name="Text Placeholder 6"/>
          <p:cNvSpPr>
            <a:spLocks noGrp="1"/>
          </p:cNvSpPr>
          <p:nvPr>
            <p:ph type="body" sz="quarter" idx="11" hasCustomPrompt="1"/>
          </p:nvPr>
        </p:nvSpPr>
        <p:spPr>
          <a:xfrm>
            <a:off x="983661" y="138719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37" name="Straight Connector 36"/>
          <p:cNvCxnSpPr/>
          <p:nvPr userDrawn="1"/>
        </p:nvCxnSpPr>
        <p:spPr>
          <a:xfrm>
            <a:off x="983661" y="177677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8" name="Text Placeholder 6"/>
          <p:cNvSpPr>
            <a:spLocks noGrp="1"/>
          </p:cNvSpPr>
          <p:nvPr>
            <p:ph type="body" sz="quarter" idx="19" hasCustomPrompt="1"/>
          </p:nvPr>
        </p:nvSpPr>
        <p:spPr>
          <a:xfrm>
            <a:off x="983661" y="18665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0" name="Straight Connector 39"/>
          <p:cNvCxnSpPr/>
          <p:nvPr userDrawn="1"/>
        </p:nvCxnSpPr>
        <p:spPr>
          <a:xfrm>
            <a:off x="983661" y="22561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2" name="Text Placeholder 6"/>
          <p:cNvSpPr>
            <a:spLocks noGrp="1"/>
          </p:cNvSpPr>
          <p:nvPr>
            <p:ph type="body" sz="quarter" idx="21" hasCustomPrompt="1"/>
          </p:nvPr>
        </p:nvSpPr>
        <p:spPr>
          <a:xfrm>
            <a:off x="983661" y="235108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4" name="Straight Connector 43"/>
          <p:cNvCxnSpPr/>
          <p:nvPr userDrawn="1"/>
        </p:nvCxnSpPr>
        <p:spPr>
          <a:xfrm>
            <a:off x="983661" y="274066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9" name="Text Placeholder 6"/>
          <p:cNvSpPr>
            <a:spLocks noGrp="1"/>
          </p:cNvSpPr>
          <p:nvPr>
            <p:ph type="body" sz="quarter" idx="23" hasCustomPrompt="1"/>
          </p:nvPr>
        </p:nvSpPr>
        <p:spPr>
          <a:xfrm>
            <a:off x="983661" y="283664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1" name="Straight Connector 50"/>
          <p:cNvCxnSpPr/>
          <p:nvPr userDrawn="1"/>
        </p:nvCxnSpPr>
        <p:spPr>
          <a:xfrm>
            <a:off x="983661" y="322622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2" name="Text Placeholder 6"/>
          <p:cNvSpPr>
            <a:spLocks noGrp="1"/>
          </p:cNvSpPr>
          <p:nvPr>
            <p:ph type="body" sz="quarter" idx="25" hasCustomPrompt="1"/>
          </p:nvPr>
        </p:nvSpPr>
        <p:spPr>
          <a:xfrm>
            <a:off x="983661" y="33284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4" name="Straight Connector 53"/>
          <p:cNvCxnSpPr/>
          <p:nvPr userDrawn="1"/>
        </p:nvCxnSpPr>
        <p:spPr>
          <a:xfrm>
            <a:off x="983661" y="37180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5" name="Text Placeholder 6"/>
          <p:cNvSpPr>
            <a:spLocks noGrp="1"/>
          </p:cNvSpPr>
          <p:nvPr>
            <p:ph type="body" sz="quarter" idx="27" hasCustomPrompt="1"/>
          </p:nvPr>
        </p:nvSpPr>
        <p:spPr>
          <a:xfrm>
            <a:off x="983661" y="3813991"/>
            <a:ext cx="5164903" cy="389572"/>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7" name="Straight Connector 56"/>
          <p:cNvCxnSpPr/>
          <p:nvPr userDrawn="1"/>
        </p:nvCxnSpPr>
        <p:spPr>
          <a:xfrm>
            <a:off x="983661" y="4203563"/>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8" name="Text Placeholder 6"/>
          <p:cNvSpPr>
            <a:spLocks noGrp="1"/>
          </p:cNvSpPr>
          <p:nvPr>
            <p:ph type="body" sz="quarter" idx="29" hasCustomPrompt="1"/>
          </p:nvPr>
        </p:nvSpPr>
        <p:spPr>
          <a:xfrm>
            <a:off x="983661" y="429954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60" name="Straight Connector 59"/>
          <p:cNvCxnSpPr/>
          <p:nvPr userDrawn="1"/>
        </p:nvCxnSpPr>
        <p:spPr>
          <a:xfrm>
            <a:off x="983661" y="468912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27146A4F-6A3F-EF4B-929E-5836F6BDE5E3}"/>
              </a:ext>
            </a:extLst>
          </p:cNvPr>
          <p:cNvSpPr/>
          <p:nvPr userDrawn="1"/>
        </p:nvSpPr>
        <p:spPr>
          <a:xfrm>
            <a:off x="468313" y="139071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a:t>
            </a:r>
          </a:p>
        </p:txBody>
      </p:sp>
      <p:sp>
        <p:nvSpPr>
          <p:cNvPr id="26" name="Rectangle 25">
            <a:extLst>
              <a:ext uri="{FF2B5EF4-FFF2-40B4-BE49-F238E27FC236}">
                <a16:creationId xmlns:a16="http://schemas.microsoft.com/office/drawing/2014/main" id="{539E3358-3387-0344-A4E5-7F543009BFF7}"/>
              </a:ext>
            </a:extLst>
          </p:cNvPr>
          <p:cNvSpPr/>
          <p:nvPr userDrawn="1"/>
        </p:nvSpPr>
        <p:spPr>
          <a:xfrm>
            <a:off x="468313" y="1868884"/>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2</a:t>
            </a:r>
          </a:p>
        </p:txBody>
      </p:sp>
      <p:sp>
        <p:nvSpPr>
          <p:cNvPr id="27" name="Rectangle 26">
            <a:extLst>
              <a:ext uri="{FF2B5EF4-FFF2-40B4-BE49-F238E27FC236}">
                <a16:creationId xmlns:a16="http://schemas.microsoft.com/office/drawing/2014/main" id="{C386C688-264C-8644-BF91-47516BE962DC}"/>
              </a:ext>
            </a:extLst>
          </p:cNvPr>
          <p:cNvSpPr/>
          <p:nvPr userDrawn="1"/>
        </p:nvSpPr>
        <p:spPr>
          <a:xfrm>
            <a:off x="468313" y="2347056"/>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3</a:t>
            </a:r>
          </a:p>
        </p:txBody>
      </p:sp>
      <p:sp>
        <p:nvSpPr>
          <p:cNvPr id="28" name="Rectangle 27">
            <a:extLst>
              <a:ext uri="{FF2B5EF4-FFF2-40B4-BE49-F238E27FC236}">
                <a16:creationId xmlns:a16="http://schemas.microsoft.com/office/drawing/2014/main" id="{DDA01238-AB3B-E34F-9AEA-F4E521E46353}"/>
              </a:ext>
            </a:extLst>
          </p:cNvPr>
          <p:cNvSpPr/>
          <p:nvPr userDrawn="1"/>
        </p:nvSpPr>
        <p:spPr>
          <a:xfrm>
            <a:off x="468313" y="282522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4</a:t>
            </a:r>
          </a:p>
        </p:txBody>
      </p:sp>
      <p:sp>
        <p:nvSpPr>
          <p:cNvPr id="29" name="Rectangle 28">
            <a:extLst>
              <a:ext uri="{FF2B5EF4-FFF2-40B4-BE49-F238E27FC236}">
                <a16:creationId xmlns:a16="http://schemas.microsoft.com/office/drawing/2014/main" id="{3964A093-D04E-9548-A592-9ADBD095FB82}"/>
              </a:ext>
            </a:extLst>
          </p:cNvPr>
          <p:cNvSpPr/>
          <p:nvPr userDrawn="1"/>
        </p:nvSpPr>
        <p:spPr>
          <a:xfrm>
            <a:off x="468313" y="332017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5</a:t>
            </a:r>
          </a:p>
        </p:txBody>
      </p:sp>
      <p:sp>
        <p:nvSpPr>
          <p:cNvPr id="30" name="Rectangle 29">
            <a:extLst>
              <a:ext uri="{FF2B5EF4-FFF2-40B4-BE49-F238E27FC236}">
                <a16:creationId xmlns:a16="http://schemas.microsoft.com/office/drawing/2014/main" id="{37FAEEF9-51BD-7547-9D28-C4D1709E8B36}"/>
              </a:ext>
            </a:extLst>
          </p:cNvPr>
          <p:cNvSpPr/>
          <p:nvPr userDrawn="1"/>
        </p:nvSpPr>
        <p:spPr>
          <a:xfrm>
            <a:off x="468313" y="3806741"/>
            <a:ext cx="431573" cy="389572"/>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6</a:t>
            </a:r>
          </a:p>
        </p:txBody>
      </p:sp>
      <p:sp>
        <p:nvSpPr>
          <p:cNvPr id="31" name="Rectangle 30">
            <a:extLst>
              <a:ext uri="{FF2B5EF4-FFF2-40B4-BE49-F238E27FC236}">
                <a16:creationId xmlns:a16="http://schemas.microsoft.com/office/drawing/2014/main" id="{9B5306E0-61DD-104F-93DD-9C840B7CDCA6}"/>
              </a:ext>
            </a:extLst>
          </p:cNvPr>
          <p:cNvSpPr/>
          <p:nvPr userDrawn="1"/>
        </p:nvSpPr>
        <p:spPr>
          <a:xfrm>
            <a:off x="468313" y="4284913"/>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7</a:t>
            </a:r>
          </a:p>
        </p:txBody>
      </p:sp>
    </p:spTree>
    <p:extLst>
      <p:ext uri="{BB962C8B-B14F-4D97-AF65-F5344CB8AC3E}">
        <p14:creationId xmlns:p14="http://schemas.microsoft.com/office/powerpoint/2010/main" val="156761753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7_TOC Slide - Main">
    <p:spTree>
      <p:nvGrpSpPr>
        <p:cNvPr id="1" name=""/>
        <p:cNvGrpSpPr/>
        <p:nvPr/>
      </p:nvGrpSpPr>
      <p:grpSpPr>
        <a:xfrm>
          <a:off x="0" y="0"/>
          <a:ext cx="0" cy="0"/>
          <a:chOff x="0" y="0"/>
          <a:chExt cx="0" cy="0"/>
        </a:xfrm>
      </p:grpSpPr>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2" name="Title 1"/>
          <p:cNvSpPr>
            <a:spLocks noGrp="1"/>
          </p:cNvSpPr>
          <p:nvPr>
            <p:ph type="title" hasCustomPrompt="1"/>
          </p:nvPr>
        </p:nvSpPr>
        <p:spPr>
          <a:xfrm>
            <a:off x="457200" y="0"/>
            <a:ext cx="3214914" cy="1200151"/>
          </a:xfrm>
        </p:spPr>
        <p:txBody>
          <a:bodyPr/>
          <a:lstStyle/>
          <a:p>
            <a:r>
              <a:rPr lang="en-US"/>
              <a:t>Contents</a:t>
            </a:r>
          </a:p>
        </p:txBody>
      </p:sp>
      <p:sp>
        <p:nvSpPr>
          <p:cNvPr id="34" name="Text Placeholder 6"/>
          <p:cNvSpPr>
            <a:spLocks noGrp="1"/>
          </p:cNvSpPr>
          <p:nvPr>
            <p:ph type="body" sz="quarter" idx="11" hasCustomPrompt="1"/>
          </p:nvPr>
        </p:nvSpPr>
        <p:spPr>
          <a:xfrm>
            <a:off x="983661" y="138719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37" name="Straight Connector 36"/>
          <p:cNvCxnSpPr/>
          <p:nvPr userDrawn="1"/>
        </p:nvCxnSpPr>
        <p:spPr>
          <a:xfrm>
            <a:off x="983661" y="177677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8" name="Text Placeholder 6"/>
          <p:cNvSpPr>
            <a:spLocks noGrp="1"/>
          </p:cNvSpPr>
          <p:nvPr>
            <p:ph type="body" sz="quarter" idx="19" hasCustomPrompt="1"/>
          </p:nvPr>
        </p:nvSpPr>
        <p:spPr>
          <a:xfrm>
            <a:off x="983661" y="18665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0" name="Straight Connector 39"/>
          <p:cNvCxnSpPr/>
          <p:nvPr userDrawn="1"/>
        </p:nvCxnSpPr>
        <p:spPr>
          <a:xfrm>
            <a:off x="983661" y="22561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2" name="Text Placeholder 6"/>
          <p:cNvSpPr>
            <a:spLocks noGrp="1"/>
          </p:cNvSpPr>
          <p:nvPr>
            <p:ph type="body" sz="quarter" idx="21" hasCustomPrompt="1"/>
          </p:nvPr>
        </p:nvSpPr>
        <p:spPr>
          <a:xfrm>
            <a:off x="983661" y="235108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4" name="Straight Connector 43"/>
          <p:cNvCxnSpPr/>
          <p:nvPr userDrawn="1"/>
        </p:nvCxnSpPr>
        <p:spPr>
          <a:xfrm>
            <a:off x="983661" y="274066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9" name="Text Placeholder 6"/>
          <p:cNvSpPr>
            <a:spLocks noGrp="1"/>
          </p:cNvSpPr>
          <p:nvPr>
            <p:ph type="body" sz="quarter" idx="23" hasCustomPrompt="1"/>
          </p:nvPr>
        </p:nvSpPr>
        <p:spPr>
          <a:xfrm>
            <a:off x="983661" y="283664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1" name="Straight Connector 50"/>
          <p:cNvCxnSpPr/>
          <p:nvPr userDrawn="1"/>
        </p:nvCxnSpPr>
        <p:spPr>
          <a:xfrm>
            <a:off x="983661" y="322622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2" name="Text Placeholder 6"/>
          <p:cNvSpPr>
            <a:spLocks noGrp="1"/>
          </p:cNvSpPr>
          <p:nvPr>
            <p:ph type="body" sz="quarter" idx="25" hasCustomPrompt="1"/>
          </p:nvPr>
        </p:nvSpPr>
        <p:spPr>
          <a:xfrm>
            <a:off x="983661" y="33284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4" name="Straight Connector 53"/>
          <p:cNvCxnSpPr/>
          <p:nvPr userDrawn="1"/>
        </p:nvCxnSpPr>
        <p:spPr>
          <a:xfrm>
            <a:off x="983661" y="37180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5" name="Text Placeholder 6"/>
          <p:cNvSpPr>
            <a:spLocks noGrp="1"/>
          </p:cNvSpPr>
          <p:nvPr>
            <p:ph type="body" sz="quarter" idx="27" hasCustomPrompt="1"/>
          </p:nvPr>
        </p:nvSpPr>
        <p:spPr>
          <a:xfrm>
            <a:off x="983661" y="3813991"/>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7" name="Straight Connector 56"/>
          <p:cNvCxnSpPr/>
          <p:nvPr userDrawn="1"/>
        </p:nvCxnSpPr>
        <p:spPr>
          <a:xfrm>
            <a:off x="983661" y="4203563"/>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8" name="Text Placeholder 6"/>
          <p:cNvSpPr>
            <a:spLocks noGrp="1"/>
          </p:cNvSpPr>
          <p:nvPr>
            <p:ph type="body" sz="quarter" idx="29" hasCustomPrompt="1"/>
          </p:nvPr>
        </p:nvSpPr>
        <p:spPr>
          <a:xfrm>
            <a:off x="983661" y="4299549"/>
            <a:ext cx="5164903" cy="389572"/>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60" name="Straight Connector 59"/>
          <p:cNvCxnSpPr/>
          <p:nvPr userDrawn="1"/>
        </p:nvCxnSpPr>
        <p:spPr>
          <a:xfrm>
            <a:off x="983661" y="468912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27146A4F-6A3F-EF4B-929E-5836F6BDE5E3}"/>
              </a:ext>
            </a:extLst>
          </p:cNvPr>
          <p:cNvSpPr/>
          <p:nvPr userDrawn="1"/>
        </p:nvSpPr>
        <p:spPr>
          <a:xfrm>
            <a:off x="468313" y="139071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a:t>
            </a:r>
          </a:p>
        </p:txBody>
      </p:sp>
      <p:sp>
        <p:nvSpPr>
          <p:cNvPr id="26" name="Rectangle 25">
            <a:extLst>
              <a:ext uri="{FF2B5EF4-FFF2-40B4-BE49-F238E27FC236}">
                <a16:creationId xmlns:a16="http://schemas.microsoft.com/office/drawing/2014/main" id="{539E3358-3387-0344-A4E5-7F543009BFF7}"/>
              </a:ext>
            </a:extLst>
          </p:cNvPr>
          <p:cNvSpPr/>
          <p:nvPr userDrawn="1"/>
        </p:nvSpPr>
        <p:spPr>
          <a:xfrm>
            <a:off x="468313" y="1868884"/>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2</a:t>
            </a:r>
          </a:p>
        </p:txBody>
      </p:sp>
      <p:sp>
        <p:nvSpPr>
          <p:cNvPr id="27" name="Rectangle 26">
            <a:extLst>
              <a:ext uri="{FF2B5EF4-FFF2-40B4-BE49-F238E27FC236}">
                <a16:creationId xmlns:a16="http://schemas.microsoft.com/office/drawing/2014/main" id="{C386C688-264C-8644-BF91-47516BE962DC}"/>
              </a:ext>
            </a:extLst>
          </p:cNvPr>
          <p:cNvSpPr/>
          <p:nvPr userDrawn="1"/>
        </p:nvSpPr>
        <p:spPr>
          <a:xfrm>
            <a:off x="468313" y="2347056"/>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3</a:t>
            </a:r>
          </a:p>
        </p:txBody>
      </p:sp>
      <p:sp>
        <p:nvSpPr>
          <p:cNvPr id="28" name="Rectangle 27">
            <a:extLst>
              <a:ext uri="{FF2B5EF4-FFF2-40B4-BE49-F238E27FC236}">
                <a16:creationId xmlns:a16="http://schemas.microsoft.com/office/drawing/2014/main" id="{DDA01238-AB3B-E34F-9AEA-F4E521E46353}"/>
              </a:ext>
            </a:extLst>
          </p:cNvPr>
          <p:cNvSpPr/>
          <p:nvPr userDrawn="1"/>
        </p:nvSpPr>
        <p:spPr>
          <a:xfrm>
            <a:off x="468313" y="282522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4</a:t>
            </a:r>
          </a:p>
        </p:txBody>
      </p:sp>
      <p:sp>
        <p:nvSpPr>
          <p:cNvPr id="29" name="Rectangle 28">
            <a:extLst>
              <a:ext uri="{FF2B5EF4-FFF2-40B4-BE49-F238E27FC236}">
                <a16:creationId xmlns:a16="http://schemas.microsoft.com/office/drawing/2014/main" id="{3964A093-D04E-9548-A592-9ADBD095FB82}"/>
              </a:ext>
            </a:extLst>
          </p:cNvPr>
          <p:cNvSpPr/>
          <p:nvPr userDrawn="1"/>
        </p:nvSpPr>
        <p:spPr>
          <a:xfrm>
            <a:off x="468313" y="332017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5</a:t>
            </a:r>
          </a:p>
        </p:txBody>
      </p:sp>
      <p:sp>
        <p:nvSpPr>
          <p:cNvPr id="30" name="Rectangle 29">
            <a:extLst>
              <a:ext uri="{FF2B5EF4-FFF2-40B4-BE49-F238E27FC236}">
                <a16:creationId xmlns:a16="http://schemas.microsoft.com/office/drawing/2014/main" id="{37FAEEF9-51BD-7547-9D28-C4D1709E8B36}"/>
              </a:ext>
            </a:extLst>
          </p:cNvPr>
          <p:cNvSpPr/>
          <p:nvPr userDrawn="1"/>
        </p:nvSpPr>
        <p:spPr>
          <a:xfrm>
            <a:off x="468313" y="380674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6</a:t>
            </a:r>
          </a:p>
        </p:txBody>
      </p:sp>
      <p:sp>
        <p:nvSpPr>
          <p:cNvPr id="31" name="Rectangle 30">
            <a:extLst>
              <a:ext uri="{FF2B5EF4-FFF2-40B4-BE49-F238E27FC236}">
                <a16:creationId xmlns:a16="http://schemas.microsoft.com/office/drawing/2014/main" id="{9B5306E0-61DD-104F-93DD-9C840B7CDCA6}"/>
              </a:ext>
            </a:extLst>
          </p:cNvPr>
          <p:cNvSpPr/>
          <p:nvPr userDrawn="1"/>
        </p:nvSpPr>
        <p:spPr>
          <a:xfrm>
            <a:off x="468313" y="4284913"/>
            <a:ext cx="431573" cy="389572"/>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7</a:t>
            </a:r>
          </a:p>
        </p:txBody>
      </p:sp>
    </p:spTree>
    <p:extLst>
      <p:ext uri="{BB962C8B-B14F-4D97-AF65-F5344CB8AC3E}">
        <p14:creationId xmlns:p14="http://schemas.microsoft.com/office/powerpoint/2010/main" val="4701162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ransition Slide - White">
    <p:spTree>
      <p:nvGrpSpPr>
        <p:cNvPr id="1" name=""/>
        <p:cNvGrpSpPr/>
        <p:nvPr/>
      </p:nvGrpSpPr>
      <p:grpSpPr>
        <a:xfrm>
          <a:off x="0" y="0"/>
          <a:ext cx="0" cy="0"/>
          <a:chOff x="0" y="0"/>
          <a:chExt cx="0" cy="0"/>
        </a:xfrm>
      </p:grpSpPr>
      <p:sp>
        <p:nvSpPr>
          <p:cNvPr id="3" name="Text Placeholder 7"/>
          <p:cNvSpPr>
            <a:spLocks noGrp="1"/>
          </p:cNvSpPr>
          <p:nvPr>
            <p:ph type="body" sz="quarter" idx="10" hasCustomPrompt="1"/>
          </p:nvPr>
        </p:nvSpPr>
        <p:spPr>
          <a:xfrm>
            <a:off x="467454" y="1252017"/>
            <a:ext cx="3952146" cy="1348326"/>
          </a:xfrm>
        </p:spPr>
        <p:txBody>
          <a:bodyPr anchor="b" anchorCtr="0">
            <a:noAutofit/>
          </a:bodyPr>
          <a:lstStyle>
            <a:lvl1pPr marL="0" indent="0">
              <a:buNone/>
              <a:defRPr sz="3000"/>
            </a:lvl1pPr>
          </a:lstStyle>
          <a:p>
            <a:pPr lvl="0"/>
            <a:r>
              <a:rPr lang="en-US"/>
              <a:t>Transition Slide Title</a:t>
            </a:r>
          </a:p>
        </p:txBody>
      </p:sp>
      <p:cxnSp>
        <p:nvCxnSpPr>
          <p:cNvPr id="4" name="Straight Connector 3"/>
          <p:cNvCxnSpPr/>
          <p:nvPr userDrawn="1"/>
        </p:nvCxnSpPr>
        <p:spPr>
          <a:xfrm>
            <a:off x="570335" y="2780783"/>
            <a:ext cx="4574979" cy="0"/>
          </a:xfrm>
          <a:prstGeom prst="line">
            <a:avLst/>
          </a:prstGeom>
          <a:ln w="28575"/>
          <a:effectLst/>
        </p:spPr>
        <p:style>
          <a:lnRef idx="2">
            <a:schemeClr val="accent1"/>
          </a:lnRef>
          <a:fillRef idx="0">
            <a:schemeClr val="accent1"/>
          </a:fillRef>
          <a:effectRef idx="1">
            <a:schemeClr val="accent1"/>
          </a:effectRef>
          <a:fontRef idx="minor">
            <a:schemeClr val="tx1"/>
          </a:fontRef>
        </p:style>
      </p:cxnSp>
      <p:sp>
        <p:nvSpPr>
          <p:cNvPr id="5" name="Text Placeholder 14"/>
          <p:cNvSpPr>
            <a:spLocks noGrp="1"/>
          </p:cNvSpPr>
          <p:nvPr>
            <p:ph type="body" sz="quarter" idx="11" hasCustomPrompt="1"/>
          </p:nvPr>
        </p:nvSpPr>
        <p:spPr>
          <a:xfrm>
            <a:off x="467455" y="2961483"/>
            <a:ext cx="3952712" cy="1101551"/>
          </a:xfrm>
        </p:spPr>
        <p:txBody>
          <a:bodyPr>
            <a:noAutofit/>
          </a:bodyPr>
          <a:lstStyle>
            <a:lvl1pPr marL="0" indent="0">
              <a:spcBef>
                <a:spcPts val="400"/>
              </a:spcBef>
              <a:buNone/>
              <a:defRPr sz="1800" baseline="0"/>
            </a:lvl1pPr>
            <a:lvl2pPr marL="457200" indent="0">
              <a:buNone/>
              <a:defRPr/>
            </a:lvl2pPr>
            <a:lvl3pPr marL="914400" indent="0">
              <a:buNone/>
              <a:defRPr/>
            </a:lvl3pPr>
            <a:lvl4pPr marL="1371600" indent="0">
              <a:buNone/>
              <a:defRPr/>
            </a:lvl4pPr>
            <a:lvl5pPr marL="1828800" indent="0">
              <a:buNone/>
              <a:defRPr/>
            </a:lvl5pPr>
          </a:lstStyle>
          <a:p>
            <a:pPr lvl="0"/>
            <a:r>
              <a:rPr lang="en-US"/>
              <a:t>Subtitle or additional text</a:t>
            </a:r>
          </a:p>
        </p:txBody>
      </p:sp>
    </p:spTree>
    <p:extLst>
      <p:ext uri="{BB962C8B-B14F-4D97-AF65-F5344CB8AC3E}">
        <p14:creationId xmlns:p14="http://schemas.microsoft.com/office/powerpoint/2010/main" val="281122996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ransition Slide - Blue">
    <p:spTree>
      <p:nvGrpSpPr>
        <p:cNvPr id="1" name=""/>
        <p:cNvGrpSpPr/>
        <p:nvPr/>
      </p:nvGrpSpPr>
      <p:grpSpPr>
        <a:xfrm>
          <a:off x="0" y="0"/>
          <a:ext cx="0" cy="0"/>
          <a:chOff x="0" y="0"/>
          <a:chExt cx="0" cy="0"/>
        </a:xfrm>
      </p:grpSpPr>
      <p:sp>
        <p:nvSpPr>
          <p:cNvPr id="6" name="Rectangle 5"/>
          <p:cNvSpPr/>
          <p:nvPr userDrawn="1"/>
        </p:nvSpPr>
        <p:spPr>
          <a:xfrm>
            <a:off x="0" y="0"/>
            <a:ext cx="9144000"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Text Placeholder 7"/>
          <p:cNvSpPr>
            <a:spLocks noGrp="1"/>
          </p:cNvSpPr>
          <p:nvPr>
            <p:ph type="body" sz="quarter" idx="10" hasCustomPrompt="1"/>
          </p:nvPr>
        </p:nvSpPr>
        <p:spPr>
          <a:xfrm>
            <a:off x="467454" y="1252017"/>
            <a:ext cx="3952146" cy="1348326"/>
          </a:xfrm>
        </p:spPr>
        <p:txBody>
          <a:bodyPr anchor="b" anchorCtr="0">
            <a:noAutofit/>
          </a:bodyPr>
          <a:lstStyle>
            <a:lvl1pPr marL="0" indent="0">
              <a:buNone/>
              <a:defRPr sz="3000">
                <a:solidFill>
                  <a:srgbClr val="FFFFFF"/>
                </a:solidFill>
              </a:defRPr>
            </a:lvl1pPr>
          </a:lstStyle>
          <a:p>
            <a:pPr lvl="0"/>
            <a:r>
              <a:rPr lang="en-US"/>
              <a:t>Transition Slide Title</a:t>
            </a:r>
          </a:p>
        </p:txBody>
      </p:sp>
      <p:cxnSp>
        <p:nvCxnSpPr>
          <p:cNvPr id="4" name="Straight Connector 3"/>
          <p:cNvCxnSpPr/>
          <p:nvPr userDrawn="1"/>
        </p:nvCxnSpPr>
        <p:spPr>
          <a:xfrm>
            <a:off x="570335" y="2780783"/>
            <a:ext cx="4574979" cy="0"/>
          </a:xfrm>
          <a:prstGeom prst="line">
            <a:avLst/>
          </a:prstGeom>
          <a:ln w="28575" cmpd="sng">
            <a:solidFill>
              <a:schemeClr val="bg1"/>
            </a:solidFill>
          </a:ln>
          <a:effectLst/>
        </p:spPr>
        <p:style>
          <a:lnRef idx="2">
            <a:schemeClr val="accent1"/>
          </a:lnRef>
          <a:fillRef idx="0">
            <a:schemeClr val="accent1"/>
          </a:fillRef>
          <a:effectRef idx="1">
            <a:schemeClr val="accent1"/>
          </a:effectRef>
          <a:fontRef idx="minor">
            <a:schemeClr val="tx1"/>
          </a:fontRef>
        </p:style>
      </p:cxnSp>
      <p:sp>
        <p:nvSpPr>
          <p:cNvPr id="5" name="Text Placeholder 14"/>
          <p:cNvSpPr>
            <a:spLocks noGrp="1"/>
          </p:cNvSpPr>
          <p:nvPr>
            <p:ph type="body" sz="quarter" idx="11" hasCustomPrompt="1"/>
          </p:nvPr>
        </p:nvSpPr>
        <p:spPr>
          <a:xfrm>
            <a:off x="467455" y="2961483"/>
            <a:ext cx="3952712" cy="1101551"/>
          </a:xfrm>
        </p:spPr>
        <p:txBody>
          <a:bodyPr>
            <a:noAutofit/>
          </a:bodyPr>
          <a:lstStyle>
            <a:lvl1pPr marL="0" indent="0">
              <a:spcBef>
                <a:spcPts val="400"/>
              </a:spcBef>
              <a:buNone/>
              <a:defRPr sz="1800" baseline="0">
                <a:solidFill>
                  <a:srgbClr val="FFFFFF"/>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Subtitle or additional text</a:t>
            </a:r>
          </a:p>
        </p:txBody>
      </p:sp>
    </p:spTree>
    <p:extLst>
      <p:ext uri="{BB962C8B-B14F-4D97-AF65-F5344CB8AC3E}">
        <p14:creationId xmlns:p14="http://schemas.microsoft.com/office/powerpoint/2010/main" val="1941126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Key Messaging - Large Photo">
    <p:spTree>
      <p:nvGrpSpPr>
        <p:cNvPr id="1" name=""/>
        <p:cNvGrpSpPr/>
        <p:nvPr/>
      </p:nvGrpSpPr>
      <p:grpSpPr>
        <a:xfrm>
          <a:off x="0" y="0"/>
          <a:ext cx="0" cy="0"/>
          <a:chOff x="0" y="0"/>
          <a:chExt cx="0" cy="0"/>
        </a:xfrm>
      </p:grpSpPr>
      <p:sp>
        <p:nvSpPr>
          <p:cNvPr id="4" name="Picture Placeholder 3"/>
          <p:cNvSpPr>
            <a:spLocks noGrp="1"/>
          </p:cNvSpPr>
          <p:nvPr>
            <p:ph type="pic" sz="quarter" idx="10" hasCustomPrompt="1"/>
          </p:nvPr>
        </p:nvSpPr>
        <p:spPr>
          <a:xfrm>
            <a:off x="0" y="0"/>
            <a:ext cx="9144000" cy="5143500"/>
          </a:xfrm>
          <a:solidFill>
            <a:schemeClr val="bg1">
              <a:lumMod val="95000"/>
            </a:schemeClr>
          </a:solidFill>
        </p:spPr>
        <p:txBody>
          <a:bodyPr/>
          <a:lstStyle>
            <a:lvl1pPr marL="0" indent="0" algn="ctr">
              <a:buNone/>
              <a:defRPr baseline="0"/>
            </a:lvl1pPr>
          </a:lstStyle>
          <a:p>
            <a:r>
              <a:rPr lang="en-US"/>
              <a:t>Insert a large image here</a:t>
            </a:r>
          </a:p>
        </p:txBody>
      </p:sp>
      <p:sp>
        <p:nvSpPr>
          <p:cNvPr id="6" name="Text Placeholder 5"/>
          <p:cNvSpPr>
            <a:spLocks noGrp="1"/>
          </p:cNvSpPr>
          <p:nvPr>
            <p:ph type="body" sz="quarter" idx="11" hasCustomPrompt="1"/>
          </p:nvPr>
        </p:nvSpPr>
        <p:spPr>
          <a:xfrm>
            <a:off x="-1" y="1590675"/>
            <a:ext cx="5565779" cy="628650"/>
          </a:xfrm>
          <a:solidFill>
            <a:srgbClr val="000000">
              <a:alpha val="75000"/>
            </a:srgbClr>
          </a:solidFill>
        </p:spPr>
        <p:txBody>
          <a:bodyPr wrap="none" lIns="457200" tIns="0" rIns="457200" bIns="91440" anchor="ctr" anchorCtr="0">
            <a:noAutofit/>
          </a:bodyPr>
          <a:lstStyle>
            <a:lvl1pPr marL="0" indent="0">
              <a:buNone/>
              <a:defRPr sz="3600" baseline="0">
                <a:solidFill>
                  <a:schemeClr val="bg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Key Messaging Slide One</a:t>
            </a:r>
          </a:p>
        </p:txBody>
      </p:sp>
      <p:sp>
        <p:nvSpPr>
          <p:cNvPr id="7" name="Text Placeholder 5"/>
          <p:cNvSpPr>
            <a:spLocks noGrp="1"/>
          </p:cNvSpPr>
          <p:nvPr>
            <p:ph type="body" sz="quarter" idx="12" hasCustomPrompt="1"/>
          </p:nvPr>
        </p:nvSpPr>
        <p:spPr>
          <a:xfrm>
            <a:off x="0" y="2281663"/>
            <a:ext cx="3747874" cy="628650"/>
          </a:xfrm>
          <a:solidFill>
            <a:srgbClr val="000000">
              <a:alpha val="75000"/>
            </a:srgbClr>
          </a:solidFill>
        </p:spPr>
        <p:txBody>
          <a:bodyPr wrap="none" lIns="457200" tIns="0" rIns="457200" bIns="91440" anchor="ctr" anchorCtr="0">
            <a:noAutofit/>
          </a:bodyPr>
          <a:lstStyle>
            <a:lvl1pPr marL="0" indent="0">
              <a:buNone/>
              <a:defRPr sz="3600" baseline="0">
                <a:solidFill>
                  <a:schemeClr val="bg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Transition Slide</a:t>
            </a:r>
          </a:p>
        </p:txBody>
      </p:sp>
    </p:spTree>
    <p:extLst>
      <p:ext uri="{BB962C8B-B14F-4D97-AF65-F5344CB8AC3E}">
        <p14:creationId xmlns:p14="http://schemas.microsoft.com/office/powerpoint/2010/main" val="378874974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Data Slide - Chart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0"/>
            <a:ext cx="3209739" cy="1699456"/>
          </a:xfrm>
        </p:spPr>
        <p:txBody>
          <a:bodyPr/>
          <a:lstStyle/>
          <a:p>
            <a:r>
              <a:rPr lang="en-US"/>
              <a:t>Data Slide: </a:t>
            </a:r>
            <a:br>
              <a:rPr lang="en-US"/>
            </a:br>
            <a:r>
              <a:rPr lang="en-US"/>
              <a:t>Keep Title Concise</a:t>
            </a:r>
          </a:p>
        </p:txBody>
      </p:sp>
      <p:sp>
        <p:nvSpPr>
          <p:cNvPr id="4" name="Text Placeholder 3"/>
          <p:cNvSpPr>
            <a:spLocks noGrp="1"/>
          </p:cNvSpPr>
          <p:nvPr>
            <p:ph type="body" sz="quarter" idx="10" hasCustomPrompt="1"/>
          </p:nvPr>
        </p:nvSpPr>
        <p:spPr>
          <a:xfrm>
            <a:off x="4077835" y="417513"/>
            <a:ext cx="4769303" cy="1281943"/>
          </a:xfrm>
        </p:spPr>
        <p:txBody>
          <a:bodyPr lIns="0" tIns="0" rIns="0" bIns="0" anchor="ctr" anchorCtr="0">
            <a:noAutofit/>
          </a:bodyPr>
          <a:lstStyle>
            <a:lvl1pPr marL="0" indent="0">
              <a:buNone/>
              <a:defRPr sz="2000"/>
            </a:lvl1pPr>
          </a:lstStyle>
          <a:p>
            <a:pPr lvl="0"/>
            <a:r>
              <a:rPr lang="en-US"/>
              <a:t>Summary or description text about the slide, charts, data go here.</a:t>
            </a:r>
          </a:p>
        </p:txBody>
      </p:sp>
      <p:sp>
        <p:nvSpPr>
          <p:cNvPr id="5" name="Chart Placeholder 6"/>
          <p:cNvSpPr>
            <a:spLocks noGrp="1"/>
          </p:cNvSpPr>
          <p:nvPr>
            <p:ph type="chart" sz="quarter" idx="11" hasCustomPrompt="1"/>
          </p:nvPr>
        </p:nvSpPr>
        <p:spPr>
          <a:xfrm>
            <a:off x="468313" y="2081080"/>
            <a:ext cx="1883539" cy="1436109"/>
          </a:xfrm>
          <a:prstGeom prst="rect">
            <a:avLst/>
          </a:prstGeom>
        </p:spPr>
        <p:txBody>
          <a:bodyPr vert="horz"/>
          <a:lstStyle>
            <a:lvl1pPr marL="0" indent="0">
              <a:buNone/>
              <a:defRPr sz="1200"/>
            </a:lvl1pPr>
          </a:lstStyle>
          <a:p>
            <a:r>
              <a:rPr lang="en-US"/>
              <a:t>Insert Chart</a:t>
            </a:r>
          </a:p>
        </p:txBody>
      </p:sp>
      <p:sp>
        <p:nvSpPr>
          <p:cNvPr id="10" name="Chart Placeholder 6"/>
          <p:cNvSpPr>
            <a:spLocks noGrp="1"/>
          </p:cNvSpPr>
          <p:nvPr>
            <p:ph type="chart" sz="quarter" idx="12" hasCustomPrompt="1"/>
          </p:nvPr>
        </p:nvSpPr>
        <p:spPr>
          <a:xfrm>
            <a:off x="6963599" y="2081080"/>
            <a:ext cx="1883539" cy="1436109"/>
          </a:xfrm>
          <a:prstGeom prst="rect">
            <a:avLst/>
          </a:prstGeom>
        </p:spPr>
        <p:txBody>
          <a:bodyPr vert="horz"/>
          <a:lstStyle>
            <a:lvl1pPr marL="0" indent="0">
              <a:buNone/>
              <a:defRPr sz="1200"/>
            </a:lvl1pPr>
          </a:lstStyle>
          <a:p>
            <a:r>
              <a:rPr lang="en-US"/>
              <a:t>Insert Chart</a:t>
            </a:r>
          </a:p>
        </p:txBody>
      </p:sp>
      <p:sp>
        <p:nvSpPr>
          <p:cNvPr id="11" name="Chart Placeholder 6"/>
          <p:cNvSpPr>
            <a:spLocks noGrp="1"/>
          </p:cNvSpPr>
          <p:nvPr>
            <p:ph type="chart" sz="quarter" idx="13" hasCustomPrompt="1"/>
          </p:nvPr>
        </p:nvSpPr>
        <p:spPr>
          <a:xfrm>
            <a:off x="4765926" y="2081080"/>
            <a:ext cx="1883539" cy="1436109"/>
          </a:xfrm>
          <a:prstGeom prst="rect">
            <a:avLst/>
          </a:prstGeom>
        </p:spPr>
        <p:txBody>
          <a:bodyPr vert="horz"/>
          <a:lstStyle>
            <a:lvl1pPr marL="0" indent="0">
              <a:buNone/>
              <a:defRPr sz="1200"/>
            </a:lvl1pPr>
          </a:lstStyle>
          <a:p>
            <a:r>
              <a:rPr lang="en-US"/>
              <a:t>Insert Chart</a:t>
            </a:r>
          </a:p>
        </p:txBody>
      </p:sp>
      <p:sp>
        <p:nvSpPr>
          <p:cNvPr id="12" name="Chart Placeholder 6"/>
          <p:cNvSpPr>
            <a:spLocks noGrp="1"/>
          </p:cNvSpPr>
          <p:nvPr>
            <p:ph type="chart" sz="quarter" idx="14" hasCustomPrompt="1"/>
          </p:nvPr>
        </p:nvSpPr>
        <p:spPr>
          <a:xfrm>
            <a:off x="2618059" y="2081080"/>
            <a:ext cx="1883539" cy="1436109"/>
          </a:xfrm>
          <a:prstGeom prst="rect">
            <a:avLst/>
          </a:prstGeom>
        </p:spPr>
        <p:txBody>
          <a:bodyPr vert="horz"/>
          <a:lstStyle>
            <a:lvl1pPr marL="0" indent="0">
              <a:buNone/>
              <a:defRPr sz="1200"/>
            </a:lvl1pPr>
          </a:lstStyle>
          <a:p>
            <a:r>
              <a:rPr lang="en-US"/>
              <a:t>Insert Chart</a:t>
            </a:r>
          </a:p>
        </p:txBody>
      </p:sp>
      <p:sp>
        <p:nvSpPr>
          <p:cNvPr id="14" name="Text Placeholder 13"/>
          <p:cNvSpPr>
            <a:spLocks noGrp="1"/>
          </p:cNvSpPr>
          <p:nvPr>
            <p:ph type="body" sz="quarter" idx="15" hasCustomPrompt="1"/>
          </p:nvPr>
        </p:nvSpPr>
        <p:spPr>
          <a:xfrm>
            <a:off x="468312" y="3598863"/>
            <a:ext cx="1882775" cy="266700"/>
          </a:xfrm>
        </p:spPr>
        <p:txBody>
          <a:bodyPr lIns="0" tIns="0" rIns="0" bIns="0">
            <a:noAutofit/>
          </a:bodyPr>
          <a:lstStyle>
            <a:lvl1pPr marL="0" indent="0" algn="ctr">
              <a:buNone/>
              <a:defRPr sz="1800" baseline="0"/>
            </a:lvl1pPr>
            <a:lvl2pPr>
              <a:defRPr sz="1400"/>
            </a:lvl2pPr>
            <a:lvl3pPr>
              <a:defRPr sz="1400"/>
            </a:lvl3pPr>
            <a:lvl4pPr>
              <a:defRPr sz="1400"/>
            </a:lvl4pPr>
            <a:lvl5pPr>
              <a:defRPr sz="1400"/>
            </a:lvl5pPr>
          </a:lstStyle>
          <a:p>
            <a:pPr lvl="0"/>
            <a:r>
              <a:rPr lang="en-US"/>
              <a:t>Chart Description</a:t>
            </a:r>
          </a:p>
        </p:txBody>
      </p:sp>
      <p:sp>
        <p:nvSpPr>
          <p:cNvPr id="15" name="Text Placeholder 13"/>
          <p:cNvSpPr>
            <a:spLocks noGrp="1"/>
          </p:cNvSpPr>
          <p:nvPr>
            <p:ph type="body" sz="quarter" idx="16" hasCustomPrompt="1"/>
          </p:nvPr>
        </p:nvSpPr>
        <p:spPr>
          <a:xfrm>
            <a:off x="2618823" y="3598863"/>
            <a:ext cx="1882775" cy="266700"/>
          </a:xfrm>
        </p:spPr>
        <p:txBody>
          <a:bodyPr lIns="0" tIns="0" rIns="0" bIns="0">
            <a:noAutofit/>
          </a:bodyPr>
          <a:lstStyle>
            <a:lvl1pPr marL="0" indent="0" algn="ctr">
              <a:buNone/>
              <a:defRPr sz="1800" baseline="0"/>
            </a:lvl1pPr>
            <a:lvl2pPr>
              <a:defRPr sz="1400"/>
            </a:lvl2pPr>
            <a:lvl3pPr>
              <a:defRPr sz="1400"/>
            </a:lvl3pPr>
            <a:lvl4pPr>
              <a:defRPr sz="1400"/>
            </a:lvl4pPr>
            <a:lvl5pPr>
              <a:defRPr sz="1400"/>
            </a:lvl5pPr>
          </a:lstStyle>
          <a:p>
            <a:pPr lvl="0"/>
            <a:r>
              <a:rPr lang="en-US"/>
              <a:t>Chart Description</a:t>
            </a:r>
          </a:p>
        </p:txBody>
      </p:sp>
      <p:sp>
        <p:nvSpPr>
          <p:cNvPr id="16" name="Text Placeholder 13"/>
          <p:cNvSpPr>
            <a:spLocks noGrp="1"/>
          </p:cNvSpPr>
          <p:nvPr>
            <p:ph type="body" sz="quarter" idx="17" hasCustomPrompt="1"/>
          </p:nvPr>
        </p:nvSpPr>
        <p:spPr>
          <a:xfrm>
            <a:off x="4766690" y="3598863"/>
            <a:ext cx="1882775" cy="266700"/>
          </a:xfrm>
        </p:spPr>
        <p:txBody>
          <a:bodyPr lIns="0" tIns="0" rIns="0" bIns="0">
            <a:noAutofit/>
          </a:bodyPr>
          <a:lstStyle>
            <a:lvl1pPr marL="0" indent="0" algn="ctr">
              <a:buNone/>
              <a:defRPr sz="1800" baseline="0"/>
            </a:lvl1pPr>
            <a:lvl2pPr>
              <a:defRPr sz="1400"/>
            </a:lvl2pPr>
            <a:lvl3pPr>
              <a:defRPr sz="1400"/>
            </a:lvl3pPr>
            <a:lvl4pPr>
              <a:defRPr sz="1400"/>
            </a:lvl4pPr>
            <a:lvl5pPr>
              <a:defRPr sz="1400"/>
            </a:lvl5pPr>
          </a:lstStyle>
          <a:p>
            <a:pPr lvl="0"/>
            <a:r>
              <a:rPr lang="en-US"/>
              <a:t>Chart Description</a:t>
            </a:r>
          </a:p>
        </p:txBody>
      </p:sp>
      <p:sp>
        <p:nvSpPr>
          <p:cNvPr id="17" name="Text Placeholder 13"/>
          <p:cNvSpPr>
            <a:spLocks noGrp="1"/>
          </p:cNvSpPr>
          <p:nvPr>
            <p:ph type="body" sz="quarter" idx="18" hasCustomPrompt="1"/>
          </p:nvPr>
        </p:nvSpPr>
        <p:spPr>
          <a:xfrm>
            <a:off x="6963599" y="3598863"/>
            <a:ext cx="1882775" cy="266700"/>
          </a:xfrm>
        </p:spPr>
        <p:txBody>
          <a:bodyPr lIns="0" tIns="0" rIns="0" bIns="0">
            <a:noAutofit/>
          </a:bodyPr>
          <a:lstStyle>
            <a:lvl1pPr marL="0" indent="0" algn="ctr">
              <a:buNone/>
              <a:defRPr sz="1800" baseline="0"/>
            </a:lvl1pPr>
            <a:lvl2pPr>
              <a:defRPr sz="1400"/>
            </a:lvl2pPr>
            <a:lvl3pPr>
              <a:defRPr sz="1400"/>
            </a:lvl3pPr>
            <a:lvl4pPr>
              <a:defRPr sz="1400"/>
            </a:lvl4pPr>
            <a:lvl5pPr>
              <a:defRPr sz="1400"/>
            </a:lvl5pPr>
          </a:lstStyle>
          <a:p>
            <a:pPr lvl="0"/>
            <a:r>
              <a:rPr lang="en-US"/>
              <a:t>Chart Description</a:t>
            </a:r>
          </a:p>
        </p:txBody>
      </p:sp>
      <p:sp>
        <p:nvSpPr>
          <p:cNvPr id="18" name="Text Placeholder 13"/>
          <p:cNvSpPr>
            <a:spLocks noGrp="1"/>
          </p:cNvSpPr>
          <p:nvPr>
            <p:ph type="body" sz="quarter" idx="19" hasCustomPrompt="1"/>
          </p:nvPr>
        </p:nvSpPr>
        <p:spPr>
          <a:xfrm>
            <a:off x="468312" y="4675059"/>
            <a:ext cx="1882775" cy="205197"/>
          </a:xfrm>
        </p:spPr>
        <p:txBody>
          <a:bodyPr lIns="0" tIns="0" rIns="0" bIns="0">
            <a:noAutofit/>
          </a:bodyPr>
          <a:lstStyle>
            <a:lvl1pPr marL="0" indent="0" algn="l">
              <a:buNone/>
              <a:defRPr sz="1000" baseline="0"/>
            </a:lvl1pPr>
            <a:lvl2pPr>
              <a:defRPr sz="1400"/>
            </a:lvl2pPr>
            <a:lvl3pPr>
              <a:defRPr sz="1400"/>
            </a:lvl3pPr>
            <a:lvl4pPr>
              <a:defRPr sz="1400"/>
            </a:lvl4pPr>
            <a:lvl5pPr>
              <a:defRPr sz="1400"/>
            </a:lvl5pPr>
          </a:lstStyle>
          <a:p>
            <a:pPr lvl="0"/>
            <a:r>
              <a:rPr lang="en-US"/>
              <a:t>Data citation</a:t>
            </a:r>
          </a:p>
        </p:txBody>
      </p:sp>
      <p:sp>
        <p:nvSpPr>
          <p:cNvPr id="19" name="TextBox 18"/>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Tree>
    <p:extLst>
      <p:ext uri="{BB962C8B-B14F-4D97-AF65-F5344CB8AC3E}">
        <p14:creationId xmlns:p14="http://schemas.microsoft.com/office/powerpoint/2010/main" val="133296963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ent Slide - Infographic Large Photo">
    <p:spTree>
      <p:nvGrpSpPr>
        <p:cNvPr id="1" name=""/>
        <p:cNvGrpSpPr/>
        <p:nvPr/>
      </p:nvGrpSpPr>
      <p:grpSpPr>
        <a:xfrm>
          <a:off x="0" y="0"/>
          <a:ext cx="0" cy="0"/>
          <a:chOff x="0" y="0"/>
          <a:chExt cx="0" cy="0"/>
        </a:xfrm>
      </p:grpSpPr>
      <p:sp>
        <p:nvSpPr>
          <p:cNvPr id="29" name="Picture Placeholder 28"/>
          <p:cNvSpPr>
            <a:spLocks noGrp="1"/>
          </p:cNvSpPr>
          <p:nvPr>
            <p:ph type="pic" sz="quarter" idx="49" hasCustomPrompt="1"/>
          </p:nvPr>
        </p:nvSpPr>
        <p:spPr>
          <a:xfrm>
            <a:off x="0" y="0"/>
            <a:ext cx="9144000" cy="5143500"/>
          </a:xfrm>
        </p:spPr>
        <p:txBody>
          <a:bodyPr>
            <a:normAutofit/>
          </a:bodyPr>
          <a:lstStyle>
            <a:lvl1pPr marL="0" indent="0" algn="r">
              <a:buNone/>
              <a:defRPr sz="1800"/>
            </a:lvl1pPr>
          </a:lstStyle>
          <a:p>
            <a:r>
              <a:rPr lang="en-US"/>
              <a:t>Insert a large image here</a:t>
            </a:r>
          </a:p>
        </p:txBody>
      </p:sp>
      <p:sp>
        <p:nvSpPr>
          <p:cNvPr id="16" name="Text Placeholder 6"/>
          <p:cNvSpPr>
            <a:spLocks noGrp="1"/>
          </p:cNvSpPr>
          <p:nvPr>
            <p:ph type="body" sz="quarter" idx="40"/>
          </p:nvPr>
        </p:nvSpPr>
        <p:spPr>
          <a:xfrm>
            <a:off x="0" y="2561212"/>
            <a:ext cx="9144000" cy="1983121"/>
          </a:xfrm>
          <a:prstGeom prst="rect">
            <a:avLst/>
          </a:prstGeom>
          <a:solidFill>
            <a:schemeClr val="bg1">
              <a:lumMod val="95000"/>
              <a:alpha val="85000"/>
            </a:schemeClr>
          </a:solidFill>
        </p:spPr>
        <p:txBody>
          <a:bodyPr vert="horz"/>
          <a:lstStyle>
            <a:lvl1pPr marL="0" indent="0" algn="ctr">
              <a:buNone/>
              <a:defRPr sz="100">
                <a:solidFill>
                  <a:srgbClr val="333333"/>
                </a:solidFill>
              </a:defRPr>
            </a:lvl1pPr>
          </a:lstStyle>
          <a:p>
            <a:pPr lvl="0"/>
            <a:r>
              <a:rPr lang="en-US"/>
              <a:t>Click to edit Master text styles</a:t>
            </a:r>
          </a:p>
        </p:txBody>
      </p:sp>
      <p:sp>
        <p:nvSpPr>
          <p:cNvPr id="17" name="Text Placeholder 3"/>
          <p:cNvSpPr>
            <a:spLocks noGrp="1"/>
          </p:cNvSpPr>
          <p:nvPr>
            <p:ph type="body" sz="quarter" idx="18" hasCustomPrompt="1"/>
          </p:nvPr>
        </p:nvSpPr>
        <p:spPr>
          <a:xfrm>
            <a:off x="468312" y="3793135"/>
            <a:ext cx="1336675" cy="570668"/>
          </a:xfrm>
          <a:prstGeom prst="rect">
            <a:avLst/>
          </a:prstGeom>
          <a:ln>
            <a:noFill/>
          </a:ln>
        </p:spPr>
        <p:txBody>
          <a:bodyPr vert="horz" lIns="0" tIns="0" rIns="0" bIns="0"/>
          <a:lstStyle>
            <a:lvl1pPr marL="0" indent="0" algn="ctr">
              <a:buNone/>
              <a:defRPr sz="1200" baseline="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Infographic information goes here</a:t>
            </a:r>
          </a:p>
        </p:txBody>
      </p:sp>
      <p:sp>
        <p:nvSpPr>
          <p:cNvPr id="18" name="Text Placeholder 17"/>
          <p:cNvSpPr>
            <a:spLocks noGrp="1"/>
          </p:cNvSpPr>
          <p:nvPr>
            <p:ph type="body" sz="quarter" idx="19" hasCustomPrompt="1"/>
          </p:nvPr>
        </p:nvSpPr>
        <p:spPr>
          <a:xfrm>
            <a:off x="468313" y="3389856"/>
            <a:ext cx="1336675" cy="326535"/>
          </a:xfrm>
          <a:prstGeom prst="rect">
            <a:avLst/>
          </a:prstGeom>
        </p:spPr>
        <p:txBody>
          <a:bodyPr vert="horz" lIns="0" tIns="0" rIns="0" bIns="0">
            <a:normAutofit/>
          </a:bodyPr>
          <a:lstStyle>
            <a:lvl1pPr marL="0" indent="0" algn="ctr">
              <a:buNone/>
              <a:defRPr sz="1800" baseline="0">
                <a:solidFill>
                  <a:schemeClr val="tx1"/>
                </a:solidFill>
              </a:defRPr>
            </a:lvl1pPr>
            <a:lvl2pPr marL="457200" indent="0">
              <a:buNone/>
              <a:defRPr sz="2200">
                <a:solidFill>
                  <a:srgbClr val="8DC63F"/>
                </a:solidFill>
              </a:defRPr>
            </a:lvl2pPr>
            <a:lvl3pPr marL="914400" indent="0">
              <a:buNone/>
              <a:defRPr sz="2200">
                <a:solidFill>
                  <a:srgbClr val="8DC63F"/>
                </a:solidFill>
              </a:defRPr>
            </a:lvl3pPr>
            <a:lvl4pPr marL="1371600" indent="0">
              <a:buNone/>
              <a:defRPr sz="2200">
                <a:solidFill>
                  <a:srgbClr val="8DC63F"/>
                </a:solidFill>
              </a:defRPr>
            </a:lvl4pPr>
            <a:lvl5pPr marL="1828800" indent="0">
              <a:buNone/>
              <a:defRPr sz="2200">
                <a:solidFill>
                  <a:srgbClr val="8DC63F"/>
                </a:solidFill>
              </a:defRPr>
            </a:lvl5pPr>
          </a:lstStyle>
          <a:p>
            <a:pPr lvl="0"/>
            <a:r>
              <a:rPr lang="en-US"/>
              <a:t>Emphasis Text</a:t>
            </a:r>
          </a:p>
        </p:txBody>
      </p:sp>
      <p:sp>
        <p:nvSpPr>
          <p:cNvPr id="19" name="Text Placeholder 3"/>
          <p:cNvSpPr>
            <a:spLocks noGrp="1"/>
          </p:cNvSpPr>
          <p:nvPr>
            <p:ph type="body" sz="quarter" idx="41" hasCustomPrompt="1"/>
          </p:nvPr>
        </p:nvSpPr>
        <p:spPr>
          <a:xfrm>
            <a:off x="2194869" y="3793135"/>
            <a:ext cx="1336675" cy="570668"/>
          </a:xfrm>
          <a:prstGeom prst="rect">
            <a:avLst/>
          </a:prstGeom>
          <a:ln>
            <a:noFill/>
          </a:ln>
        </p:spPr>
        <p:txBody>
          <a:bodyPr vert="horz" lIns="0" tIns="0" rIns="0" bIns="0"/>
          <a:lstStyle>
            <a:lvl1pPr marL="0" indent="0" algn="ctr">
              <a:buNone/>
              <a:defRPr sz="1200" baseline="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Infographic information goes here</a:t>
            </a:r>
          </a:p>
        </p:txBody>
      </p:sp>
      <p:sp>
        <p:nvSpPr>
          <p:cNvPr id="20" name="Text Placeholder 17"/>
          <p:cNvSpPr>
            <a:spLocks noGrp="1"/>
          </p:cNvSpPr>
          <p:nvPr>
            <p:ph type="body" sz="quarter" idx="42" hasCustomPrompt="1"/>
          </p:nvPr>
        </p:nvSpPr>
        <p:spPr>
          <a:xfrm>
            <a:off x="2194870" y="3389856"/>
            <a:ext cx="1336675" cy="326535"/>
          </a:xfrm>
          <a:prstGeom prst="rect">
            <a:avLst/>
          </a:prstGeom>
        </p:spPr>
        <p:txBody>
          <a:bodyPr vert="horz" lIns="0" tIns="0" rIns="0" bIns="0">
            <a:normAutofit/>
          </a:bodyPr>
          <a:lstStyle>
            <a:lvl1pPr marL="0" indent="0" algn="ctr">
              <a:buNone/>
              <a:defRPr sz="1800" baseline="0">
                <a:solidFill>
                  <a:schemeClr val="tx1"/>
                </a:solidFill>
              </a:defRPr>
            </a:lvl1pPr>
            <a:lvl2pPr marL="457200" indent="0">
              <a:buNone/>
              <a:defRPr sz="2200">
                <a:solidFill>
                  <a:srgbClr val="8DC63F"/>
                </a:solidFill>
              </a:defRPr>
            </a:lvl2pPr>
            <a:lvl3pPr marL="914400" indent="0">
              <a:buNone/>
              <a:defRPr sz="2200">
                <a:solidFill>
                  <a:srgbClr val="8DC63F"/>
                </a:solidFill>
              </a:defRPr>
            </a:lvl3pPr>
            <a:lvl4pPr marL="1371600" indent="0">
              <a:buNone/>
              <a:defRPr sz="2200">
                <a:solidFill>
                  <a:srgbClr val="8DC63F"/>
                </a:solidFill>
              </a:defRPr>
            </a:lvl4pPr>
            <a:lvl5pPr marL="1828800" indent="0">
              <a:buNone/>
              <a:defRPr sz="2200">
                <a:solidFill>
                  <a:srgbClr val="8DC63F"/>
                </a:solidFill>
              </a:defRPr>
            </a:lvl5pPr>
          </a:lstStyle>
          <a:p>
            <a:pPr lvl="0"/>
            <a:r>
              <a:rPr lang="en-US"/>
              <a:t>Emphasis Text</a:t>
            </a:r>
          </a:p>
        </p:txBody>
      </p:sp>
      <p:sp>
        <p:nvSpPr>
          <p:cNvPr id="21" name="Text Placeholder 3"/>
          <p:cNvSpPr>
            <a:spLocks noGrp="1"/>
          </p:cNvSpPr>
          <p:nvPr>
            <p:ph type="body" sz="quarter" idx="43" hasCustomPrompt="1"/>
          </p:nvPr>
        </p:nvSpPr>
        <p:spPr>
          <a:xfrm>
            <a:off x="3931141" y="3793135"/>
            <a:ext cx="1336675" cy="570668"/>
          </a:xfrm>
          <a:prstGeom prst="rect">
            <a:avLst/>
          </a:prstGeom>
          <a:ln>
            <a:noFill/>
          </a:ln>
        </p:spPr>
        <p:txBody>
          <a:bodyPr vert="horz" lIns="0" tIns="0" rIns="0" bIns="0"/>
          <a:lstStyle>
            <a:lvl1pPr marL="0" indent="0" algn="ctr">
              <a:buNone/>
              <a:defRPr sz="1200" baseline="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Infographic information goes here</a:t>
            </a:r>
          </a:p>
        </p:txBody>
      </p:sp>
      <p:sp>
        <p:nvSpPr>
          <p:cNvPr id="22" name="Text Placeholder 17"/>
          <p:cNvSpPr>
            <a:spLocks noGrp="1"/>
          </p:cNvSpPr>
          <p:nvPr>
            <p:ph type="body" sz="quarter" idx="44" hasCustomPrompt="1"/>
          </p:nvPr>
        </p:nvSpPr>
        <p:spPr>
          <a:xfrm>
            <a:off x="3931142" y="3389856"/>
            <a:ext cx="1336675" cy="326535"/>
          </a:xfrm>
          <a:prstGeom prst="rect">
            <a:avLst/>
          </a:prstGeom>
        </p:spPr>
        <p:txBody>
          <a:bodyPr vert="horz" lIns="0" tIns="0" rIns="0" bIns="0">
            <a:normAutofit/>
          </a:bodyPr>
          <a:lstStyle>
            <a:lvl1pPr marL="0" indent="0" algn="ctr">
              <a:buNone/>
              <a:defRPr sz="1800" baseline="0">
                <a:solidFill>
                  <a:schemeClr val="tx1"/>
                </a:solidFill>
              </a:defRPr>
            </a:lvl1pPr>
            <a:lvl2pPr marL="457200" indent="0">
              <a:buNone/>
              <a:defRPr sz="2200">
                <a:solidFill>
                  <a:srgbClr val="8DC63F"/>
                </a:solidFill>
              </a:defRPr>
            </a:lvl2pPr>
            <a:lvl3pPr marL="914400" indent="0">
              <a:buNone/>
              <a:defRPr sz="2200">
                <a:solidFill>
                  <a:srgbClr val="8DC63F"/>
                </a:solidFill>
              </a:defRPr>
            </a:lvl3pPr>
            <a:lvl4pPr marL="1371600" indent="0">
              <a:buNone/>
              <a:defRPr sz="2200">
                <a:solidFill>
                  <a:srgbClr val="8DC63F"/>
                </a:solidFill>
              </a:defRPr>
            </a:lvl4pPr>
            <a:lvl5pPr marL="1828800" indent="0">
              <a:buNone/>
              <a:defRPr sz="2200">
                <a:solidFill>
                  <a:srgbClr val="8DC63F"/>
                </a:solidFill>
              </a:defRPr>
            </a:lvl5pPr>
          </a:lstStyle>
          <a:p>
            <a:pPr lvl="0"/>
            <a:r>
              <a:rPr lang="en-US"/>
              <a:t>Emphasis Text</a:t>
            </a:r>
          </a:p>
        </p:txBody>
      </p:sp>
      <p:sp>
        <p:nvSpPr>
          <p:cNvPr id="23" name="Text Placeholder 3"/>
          <p:cNvSpPr>
            <a:spLocks noGrp="1"/>
          </p:cNvSpPr>
          <p:nvPr>
            <p:ph type="body" sz="quarter" idx="45" hasCustomPrompt="1"/>
          </p:nvPr>
        </p:nvSpPr>
        <p:spPr>
          <a:xfrm>
            <a:off x="5655659" y="3793135"/>
            <a:ext cx="1336675" cy="570668"/>
          </a:xfrm>
          <a:prstGeom prst="rect">
            <a:avLst/>
          </a:prstGeom>
          <a:ln>
            <a:noFill/>
          </a:ln>
        </p:spPr>
        <p:txBody>
          <a:bodyPr vert="horz" lIns="0" tIns="0" rIns="0" bIns="0"/>
          <a:lstStyle>
            <a:lvl1pPr marL="0" indent="0" algn="ctr">
              <a:buNone/>
              <a:defRPr sz="1200" baseline="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Infographic information goes here</a:t>
            </a:r>
          </a:p>
        </p:txBody>
      </p:sp>
      <p:sp>
        <p:nvSpPr>
          <p:cNvPr id="24" name="Text Placeholder 17"/>
          <p:cNvSpPr>
            <a:spLocks noGrp="1"/>
          </p:cNvSpPr>
          <p:nvPr>
            <p:ph type="body" sz="quarter" idx="46" hasCustomPrompt="1"/>
          </p:nvPr>
        </p:nvSpPr>
        <p:spPr>
          <a:xfrm>
            <a:off x="5655660" y="3389856"/>
            <a:ext cx="1336675" cy="326535"/>
          </a:xfrm>
          <a:prstGeom prst="rect">
            <a:avLst/>
          </a:prstGeom>
        </p:spPr>
        <p:txBody>
          <a:bodyPr vert="horz" lIns="0" tIns="0" rIns="0" bIns="0">
            <a:normAutofit/>
          </a:bodyPr>
          <a:lstStyle>
            <a:lvl1pPr marL="0" indent="0" algn="ctr">
              <a:buNone/>
              <a:defRPr sz="1800" baseline="0">
                <a:solidFill>
                  <a:schemeClr val="tx1"/>
                </a:solidFill>
              </a:defRPr>
            </a:lvl1pPr>
            <a:lvl2pPr marL="457200" indent="0">
              <a:buNone/>
              <a:defRPr sz="2200">
                <a:solidFill>
                  <a:srgbClr val="8DC63F"/>
                </a:solidFill>
              </a:defRPr>
            </a:lvl2pPr>
            <a:lvl3pPr marL="914400" indent="0">
              <a:buNone/>
              <a:defRPr sz="2200">
                <a:solidFill>
                  <a:srgbClr val="8DC63F"/>
                </a:solidFill>
              </a:defRPr>
            </a:lvl3pPr>
            <a:lvl4pPr marL="1371600" indent="0">
              <a:buNone/>
              <a:defRPr sz="2200">
                <a:solidFill>
                  <a:srgbClr val="8DC63F"/>
                </a:solidFill>
              </a:defRPr>
            </a:lvl4pPr>
            <a:lvl5pPr marL="1828800" indent="0">
              <a:buNone/>
              <a:defRPr sz="2200">
                <a:solidFill>
                  <a:srgbClr val="8DC63F"/>
                </a:solidFill>
              </a:defRPr>
            </a:lvl5pPr>
          </a:lstStyle>
          <a:p>
            <a:pPr lvl="0"/>
            <a:r>
              <a:rPr lang="en-US"/>
              <a:t>Emphasis Text</a:t>
            </a:r>
          </a:p>
        </p:txBody>
      </p:sp>
      <p:sp>
        <p:nvSpPr>
          <p:cNvPr id="25" name="Text Placeholder 3"/>
          <p:cNvSpPr>
            <a:spLocks noGrp="1"/>
          </p:cNvSpPr>
          <p:nvPr>
            <p:ph type="body" sz="quarter" idx="47" hasCustomPrompt="1"/>
          </p:nvPr>
        </p:nvSpPr>
        <p:spPr>
          <a:xfrm>
            <a:off x="7336601" y="3793135"/>
            <a:ext cx="1336675" cy="570668"/>
          </a:xfrm>
          <a:prstGeom prst="rect">
            <a:avLst/>
          </a:prstGeom>
          <a:ln>
            <a:noFill/>
          </a:ln>
        </p:spPr>
        <p:txBody>
          <a:bodyPr vert="horz" lIns="0" tIns="0" rIns="0" bIns="0"/>
          <a:lstStyle>
            <a:lvl1pPr marL="0" indent="0" algn="ctr">
              <a:buNone/>
              <a:defRPr sz="1200" baseline="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Infographic information goes here</a:t>
            </a:r>
          </a:p>
        </p:txBody>
      </p:sp>
      <p:sp>
        <p:nvSpPr>
          <p:cNvPr id="26" name="Text Placeholder 17"/>
          <p:cNvSpPr>
            <a:spLocks noGrp="1"/>
          </p:cNvSpPr>
          <p:nvPr>
            <p:ph type="body" sz="quarter" idx="48" hasCustomPrompt="1"/>
          </p:nvPr>
        </p:nvSpPr>
        <p:spPr>
          <a:xfrm>
            <a:off x="7336602" y="3389856"/>
            <a:ext cx="1336675" cy="326535"/>
          </a:xfrm>
          <a:prstGeom prst="rect">
            <a:avLst/>
          </a:prstGeom>
        </p:spPr>
        <p:txBody>
          <a:bodyPr vert="horz" lIns="0" tIns="0" rIns="0" bIns="0">
            <a:normAutofit/>
          </a:bodyPr>
          <a:lstStyle>
            <a:lvl1pPr marL="0" indent="0" algn="ctr">
              <a:buNone/>
              <a:defRPr sz="1800" baseline="0">
                <a:solidFill>
                  <a:schemeClr val="tx1"/>
                </a:solidFill>
              </a:defRPr>
            </a:lvl1pPr>
            <a:lvl2pPr marL="457200" indent="0">
              <a:buNone/>
              <a:defRPr sz="2200">
                <a:solidFill>
                  <a:srgbClr val="8DC63F"/>
                </a:solidFill>
              </a:defRPr>
            </a:lvl2pPr>
            <a:lvl3pPr marL="914400" indent="0">
              <a:buNone/>
              <a:defRPr sz="2200">
                <a:solidFill>
                  <a:srgbClr val="8DC63F"/>
                </a:solidFill>
              </a:defRPr>
            </a:lvl3pPr>
            <a:lvl4pPr marL="1371600" indent="0">
              <a:buNone/>
              <a:defRPr sz="2200">
                <a:solidFill>
                  <a:srgbClr val="8DC63F"/>
                </a:solidFill>
              </a:defRPr>
            </a:lvl4pPr>
            <a:lvl5pPr marL="1828800" indent="0">
              <a:buNone/>
              <a:defRPr sz="2200">
                <a:solidFill>
                  <a:srgbClr val="8DC63F"/>
                </a:solidFill>
              </a:defRPr>
            </a:lvl5pPr>
          </a:lstStyle>
          <a:p>
            <a:pPr lvl="0"/>
            <a:r>
              <a:rPr lang="en-US"/>
              <a:t>Emphasis Text</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32" name="Title 31"/>
          <p:cNvSpPr>
            <a:spLocks noGrp="1"/>
          </p:cNvSpPr>
          <p:nvPr>
            <p:ph type="title" hasCustomPrompt="1"/>
          </p:nvPr>
        </p:nvSpPr>
        <p:spPr>
          <a:xfrm>
            <a:off x="457200" y="0"/>
            <a:ext cx="3213510" cy="1704258"/>
          </a:xfrm>
        </p:spPr>
        <p:txBody>
          <a:bodyPr/>
          <a:lstStyle/>
          <a:p>
            <a:r>
              <a:rPr lang="en-US"/>
              <a:t>Messaging + Blue Infographic Content</a:t>
            </a:r>
          </a:p>
        </p:txBody>
      </p:sp>
      <p:sp>
        <p:nvSpPr>
          <p:cNvPr id="33" name="Picture Placeholder 24"/>
          <p:cNvSpPr>
            <a:spLocks noGrp="1" noChangeAspect="1"/>
          </p:cNvSpPr>
          <p:nvPr>
            <p:ph type="pic" sz="quarter" idx="50" hasCustomPrompt="1"/>
          </p:nvPr>
        </p:nvSpPr>
        <p:spPr>
          <a:xfrm>
            <a:off x="490683" y="1962045"/>
            <a:ext cx="1291932" cy="1291928"/>
          </a:xfrm>
          <a:prstGeom prst="ellipse">
            <a:avLst/>
          </a:prstGeom>
          <a:solidFill>
            <a:schemeClr val="accent1"/>
          </a:solidFill>
          <a:ln w="38100">
            <a:solidFill>
              <a:schemeClr val="bg1"/>
            </a:solidFill>
          </a:ln>
        </p:spPr>
        <p:txBody>
          <a:bodyPr vert="horz" lIns="91440" tIns="91440" rIns="91440" bIns="91440" anchor="ctr" anchorCtr="0"/>
          <a:lstStyle>
            <a:lvl1pPr marL="0" indent="0" algn="ctr">
              <a:buNone/>
              <a:defRPr sz="1200">
                <a:solidFill>
                  <a:schemeClr val="bg1"/>
                </a:solidFill>
                <a:effectLst/>
              </a:defRPr>
            </a:lvl1pPr>
          </a:lstStyle>
          <a:p>
            <a:r>
              <a:rPr lang="en-US"/>
              <a:t>Insert icon</a:t>
            </a:r>
          </a:p>
        </p:txBody>
      </p:sp>
      <p:sp>
        <p:nvSpPr>
          <p:cNvPr id="35" name="Picture Placeholder 24"/>
          <p:cNvSpPr>
            <a:spLocks noGrp="1" noChangeAspect="1"/>
          </p:cNvSpPr>
          <p:nvPr>
            <p:ph type="pic" sz="quarter" idx="51" hasCustomPrompt="1"/>
          </p:nvPr>
        </p:nvSpPr>
        <p:spPr>
          <a:xfrm>
            <a:off x="2239612" y="1962045"/>
            <a:ext cx="1291932" cy="1291928"/>
          </a:xfrm>
          <a:prstGeom prst="ellipse">
            <a:avLst/>
          </a:prstGeom>
          <a:solidFill>
            <a:schemeClr val="accent1"/>
          </a:solidFill>
          <a:ln w="38100">
            <a:solidFill>
              <a:schemeClr val="bg1"/>
            </a:solidFill>
          </a:ln>
        </p:spPr>
        <p:txBody>
          <a:bodyPr vert="horz" lIns="91440" tIns="91440" rIns="91440" bIns="91440" anchor="ctr" anchorCtr="0"/>
          <a:lstStyle>
            <a:lvl1pPr marL="0" indent="0" algn="ctr">
              <a:buNone/>
              <a:defRPr sz="1200">
                <a:solidFill>
                  <a:schemeClr val="bg1"/>
                </a:solidFill>
                <a:effectLst/>
              </a:defRPr>
            </a:lvl1pPr>
          </a:lstStyle>
          <a:p>
            <a:r>
              <a:rPr lang="en-US"/>
              <a:t>Insert icon</a:t>
            </a:r>
          </a:p>
        </p:txBody>
      </p:sp>
      <p:sp>
        <p:nvSpPr>
          <p:cNvPr id="36" name="Picture Placeholder 24"/>
          <p:cNvSpPr>
            <a:spLocks noGrp="1" noChangeAspect="1"/>
          </p:cNvSpPr>
          <p:nvPr>
            <p:ph type="pic" sz="quarter" idx="52" hasCustomPrompt="1"/>
          </p:nvPr>
        </p:nvSpPr>
        <p:spPr>
          <a:xfrm>
            <a:off x="3926034" y="1962045"/>
            <a:ext cx="1291932" cy="1291928"/>
          </a:xfrm>
          <a:prstGeom prst="ellipse">
            <a:avLst/>
          </a:prstGeom>
          <a:solidFill>
            <a:schemeClr val="accent1"/>
          </a:solidFill>
          <a:ln w="38100">
            <a:solidFill>
              <a:schemeClr val="bg1"/>
            </a:solidFill>
          </a:ln>
        </p:spPr>
        <p:txBody>
          <a:bodyPr vert="horz" lIns="91440" tIns="91440" rIns="91440" bIns="91440" anchor="ctr" anchorCtr="0"/>
          <a:lstStyle>
            <a:lvl1pPr marL="0" indent="0" algn="ctr">
              <a:buNone/>
              <a:defRPr sz="1200">
                <a:solidFill>
                  <a:schemeClr val="bg1"/>
                </a:solidFill>
                <a:effectLst/>
              </a:defRPr>
            </a:lvl1pPr>
          </a:lstStyle>
          <a:p>
            <a:r>
              <a:rPr lang="en-US"/>
              <a:t>Insert icon</a:t>
            </a:r>
          </a:p>
        </p:txBody>
      </p:sp>
      <p:sp>
        <p:nvSpPr>
          <p:cNvPr id="37" name="Picture Placeholder 24"/>
          <p:cNvSpPr>
            <a:spLocks noGrp="1" noChangeAspect="1"/>
          </p:cNvSpPr>
          <p:nvPr>
            <p:ph type="pic" sz="quarter" idx="53" hasCustomPrompt="1"/>
          </p:nvPr>
        </p:nvSpPr>
        <p:spPr>
          <a:xfrm>
            <a:off x="5675688" y="1962045"/>
            <a:ext cx="1291932" cy="1291928"/>
          </a:xfrm>
          <a:prstGeom prst="ellipse">
            <a:avLst/>
          </a:prstGeom>
          <a:solidFill>
            <a:schemeClr val="accent1"/>
          </a:solidFill>
          <a:ln w="38100">
            <a:solidFill>
              <a:schemeClr val="bg1"/>
            </a:solidFill>
          </a:ln>
        </p:spPr>
        <p:txBody>
          <a:bodyPr vert="horz" lIns="91440" tIns="91440" rIns="91440" bIns="91440" anchor="ctr" anchorCtr="0"/>
          <a:lstStyle>
            <a:lvl1pPr marL="0" indent="0" algn="ctr">
              <a:buNone/>
              <a:defRPr sz="1200">
                <a:solidFill>
                  <a:schemeClr val="bg1"/>
                </a:solidFill>
                <a:effectLst/>
              </a:defRPr>
            </a:lvl1pPr>
          </a:lstStyle>
          <a:p>
            <a:r>
              <a:rPr lang="en-US"/>
              <a:t>Insert icon</a:t>
            </a:r>
          </a:p>
        </p:txBody>
      </p:sp>
      <p:sp>
        <p:nvSpPr>
          <p:cNvPr id="38" name="Picture Placeholder 24"/>
          <p:cNvSpPr>
            <a:spLocks noGrp="1" noChangeAspect="1"/>
          </p:cNvSpPr>
          <p:nvPr>
            <p:ph type="pic" sz="quarter" idx="54" hasCustomPrompt="1"/>
          </p:nvPr>
        </p:nvSpPr>
        <p:spPr>
          <a:xfrm>
            <a:off x="7336601" y="1962045"/>
            <a:ext cx="1291932" cy="1291928"/>
          </a:xfrm>
          <a:prstGeom prst="ellipse">
            <a:avLst/>
          </a:prstGeom>
          <a:solidFill>
            <a:schemeClr val="accent1"/>
          </a:solidFill>
          <a:ln w="38100">
            <a:solidFill>
              <a:schemeClr val="bg1"/>
            </a:solidFill>
          </a:ln>
        </p:spPr>
        <p:txBody>
          <a:bodyPr vert="horz" lIns="91440" tIns="91440" rIns="91440" bIns="91440" anchor="ctr" anchorCtr="0"/>
          <a:lstStyle>
            <a:lvl1pPr marL="0" indent="0" algn="ctr">
              <a:buNone/>
              <a:defRPr sz="1200">
                <a:solidFill>
                  <a:schemeClr val="bg1"/>
                </a:solidFill>
                <a:effectLst/>
              </a:defRPr>
            </a:lvl1pPr>
          </a:lstStyle>
          <a:p>
            <a:r>
              <a:rPr lang="en-US"/>
              <a:t>Insert icon</a:t>
            </a:r>
          </a:p>
        </p:txBody>
      </p:sp>
    </p:spTree>
    <p:extLst>
      <p:ext uri="{BB962C8B-B14F-4D97-AF65-F5344CB8AC3E}">
        <p14:creationId xmlns:p14="http://schemas.microsoft.com/office/powerpoint/2010/main" val="398210354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ent Slide - Infographic Half Photo">
    <p:spTree>
      <p:nvGrpSpPr>
        <p:cNvPr id="1" name=""/>
        <p:cNvGrpSpPr/>
        <p:nvPr/>
      </p:nvGrpSpPr>
      <p:grpSpPr>
        <a:xfrm>
          <a:off x="0" y="0"/>
          <a:ext cx="0" cy="0"/>
          <a:chOff x="0" y="0"/>
          <a:chExt cx="0" cy="0"/>
        </a:xfrm>
      </p:grpSpPr>
      <p:sp>
        <p:nvSpPr>
          <p:cNvPr id="3" name="Picture Placeholder 2"/>
          <p:cNvSpPr>
            <a:spLocks noGrp="1"/>
          </p:cNvSpPr>
          <p:nvPr>
            <p:ph type="pic" sz="quarter" idx="49" hasCustomPrompt="1"/>
          </p:nvPr>
        </p:nvSpPr>
        <p:spPr>
          <a:xfrm>
            <a:off x="0" y="0"/>
            <a:ext cx="9144000" cy="2682875"/>
          </a:xfrm>
          <a:solidFill>
            <a:schemeClr val="bg1">
              <a:lumMod val="85000"/>
            </a:schemeClr>
          </a:solidFill>
        </p:spPr>
        <p:txBody>
          <a:bodyPr>
            <a:normAutofit/>
          </a:bodyPr>
          <a:lstStyle>
            <a:lvl1pPr marL="0" indent="0" algn="r">
              <a:buNone/>
              <a:defRPr sz="1600"/>
            </a:lvl1pPr>
          </a:lstStyle>
          <a:p>
            <a:r>
              <a:rPr lang="en-US"/>
              <a:t>Insert a large image here</a:t>
            </a:r>
          </a:p>
        </p:txBody>
      </p:sp>
      <p:sp>
        <p:nvSpPr>
          <p:cNvPr id="17" name="Text Placeholder 3"/>
          <p:cNvSpPr>
            <a:spLocks noGrp="1"/>
          </p:cNvSpPr>
          <p:nvPr>
            <p:ph type="body" sz="quarter" idx="18" hasCustomPrompt="1"/>
          </p:nvPr>
        </p:nvSpPr>
        <p:spPr>
          <a:xfrm>
            <a:off x="468312" y="3793135"/>
            <a:ext cx="1336675" cy="570668"/>
          </a:xfrm>
          <a:prstGeom prst="rect">
            <a:avLst/>
          </a:prstGeom>
          <a:ln>
            <a:noFill/>
          </a:ln>
        </p:spPr>
        <p:txBody>
          <a:bodyPr vert="horz" lIns="0" tIns="0" rIns="0" bIns="0"/>
          <a:lstStyle>
            <a:lvl1pPr marL="0" indent="0" algn="ctr">
              <a:buNone/>
              <a:defRPr sz="1200" baseline="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Infographic information goes here</a:t>
            </a:r>
          </a:p>
        </p:txBody>
      </p:sp>
      <p:sp>
        <p:nvSpPr>
          <p:cNvPr id="18" name="Text Placeholder 17"/>
          <p:cNvSpPr>
            <a:spLocks noGrp="1"/>
          </p:cNvSpPr>
          <p:nvPr>
            <p:ph type="body" sz="quarter" idx="19" hasCustomPrompt="1"/>
          </p:nvPr>
        </p:nvSpPr>
        <p:spPr>
          <a:xfrm>
            <a:off x="468313" y="3389856"/>
            <a:ext cx="1336675" cy="326535"/>
          </a:xfrm>
          <a:prstGeom prst="rect">
            <a:avLst/>
          </a:prstGeom>
        </p:spPr>
        <p:txBody>
          <a:bodyPr vert="horz" lIns="0" tIns="0" rIns="0" bIns="0">
            <a:normAutofit/>
          </a:bodyPr>
          <a:lstStyle>
            <a:lvl1pPr marL="0" indent="0" algn="ctr">
              <a:buNone/>
              <a:defRPr sz="1800" baseline="0">
                <a:solidFill>
                  <a:schemeClr val="tx1"/>
                </a:solidFill>
              </a:defRPr>
            </a:lvl1pPr>
            <a:lvl2pPr marL="457200" indent="0">
              <a:buNone/>
              <a:defRPr sz="2200">
                <a:solidFill>
                  <a:srgbClr val="8DC63F"/>
                </a:solidFill>
              </a:defRPr>
            </a:lvl2pPr>
            <a:lvl3pPr marL="914400" indent="0">
              <a:buNone/>
              <a:defRPr sz="2200">
                <a:solidFill>
                  <a:srgbClr val="8DC63F"/>
                </a:solidFill>
              </a:defRPr>
            </a:lvl3pPr>
            <a:lvl4pPr marL="1371600" indent="0">
              <a:buNone/>
              <a:defRPr sz="2200">
                <a:solidFill>
                  <a:srgbClr val="8DC63F"/>
                </a:solidFill>
              </a:defRPr>
            </a:lvl4pPr>
            <a:lvl5pPr marL="1828800" indent="0">
              <a:buNone/>
              <a:defRPr sz="2200">
                <a:solidFill>
                  <a:srgbClr val="8DC63F"/>
                </a:solidFill>
              </a:defRPr>
            </a:lvl5pPr>
          </a:lstStyle>
          <a:p>
            <a:pPr lvl="0"/>
            <a:r>
              <a:rPr lang="en-US"/>
              <a:t>Emphasis Text</a:t>
            </a:r>
          </a:p>
        </p:txBody>
      </p:sp>
      <p:sp>
        <p:nvSpPr>
          <p:cNvPr id="19" name="Text Placeholder 3"/>
          <p:cNvSpPr>
            <a:spLocks noGrp="1"/>
          </p:cNvSpPr>
          <p:nvPr>
            <p:ph type="body" sz="quarter" idx="41" hasCustomPrompt="1"/>
          </p:nvPr>
        </p:nvSpPr>
        <p:spPr>
          <a:xfrm>
            <a:off x="2194869" y="3793135"/>
            <a:ext cx="1336675" cy="570668"/>
          </a:xfrm>
          <a:prstGeom prst="rect">
            <a:avLst/>
          </a:prstGeom>
          <a:ln>
            <a:noFill/>
          </a:ln>
        </p:spPr>
        <p:txBody>
          <a:bodyPr vert="horz" lIns="0" tIns="0" rIns="0" bIns="0"/>
          <a:lstStyle>
            <a:lvl1pPr marL="0" indent="0" algn="ctr">
              <a:buNone/>
              <a:defRPr sz="1200" baseline="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Infographic information goes here</a:t>
            </a:r>
          </a:p>
        </p:txBody>
      </p:sp>
      <p:sp>
        <p:nvSpPr>
          <p:cNvPr id="20" name="Text Placeholder 17"/>
          <p:cNvSpPr>
            <a:spLocks noGrp="1"/>
          </p:cNvSpPr>
          <p:nvPr>
            <p:ph type="body" sz="quarter" idx="42" hasCustomPrompt="1"/>
          </p:nvPr>
        </p:nvSpPr>
        <p:spPr>
          <a:xfrm>
            <a:off x="2194870" y="3389856"/>
            <a:ext cx="1336675" cy="326535"/>
          </a:xfrm>
          <a:prstGeom prst="rect">
            <a:avLst/>
          </a:prstGeom>
        </p:spPr>
        <p:txBody>
          <a:bodyPr vert="horz" lIns="0" tIns="0" rIns="0" bIns="0">
            <a:normAutofit/>
          </a:bodyPr>
          <a:lstStyle>
            <a:lvl1pPr marL="0" indent="0" algn="ctr">
              <a:buNone/>
              <a:defRPr sz="1800" baseline="0">
                <a:solidFill>
                  <a:schemeClr val="tx1"/>
                </a:solidFill>
              </a:defRPr>
            </a:lvl1pPr>
            <a:lvl2pPr marL="457200" indent="0">
              <a:buNone/>
              <a:defRPr sz="2200">
                <a:solidFill>
                  <a:srgbClr val="8DC63F"/>
                </a:solidFill>
              </a:defRPr>
            </a:lvl2pPr>
            <a:lvl3pPr marL="914400" indent="0">
              <a:buNone/>
              <a:defRPr sz="2200">
                <a:solidFill>
                  <a:srgbClr val="8DC63F"/>
                </a:solidFill>
              </a:defRPr>
            </a:lvl3pPr>
            <a:lvl4pPr marL="1371600" indent="0">
              <a:buNone/>
              <a:defRPr sz="2200">
                <a:solidFill>
                  <a:srgbClr val="8DC63F"/>
                </a:solidFill>
              </a:defRPr>
            </a:lvl4pPr>
            <a:lvl5pPr marL="1828800" indent="0">
              <a:buNone/>
              <a:defRPr sz="2200">
                <a:solidFill>
                  <a:srgbClr val="8DC63F"/>
                </a:solidFill>
              </a:defRPr>
            </a:lvl5pPr>
          </a:lstStyle>
          <a:p>
            <a:pPr lvl="0"/>
            <a:r>
              <a:rPr lang="en-US"/>
              <a:t>Emphasis Text</a:t>
            </a:r>
          </a:p>
        </p:txBody>
      </p:sp>
      <p:sp>
        <p:nvSpPr>
          <p:cNvPr id="21" name="Text Placeholder 3"/>
          <p:cNvSpPr>
            <a:spLocks noGrp="1"/>
          </p:cNvSpPr>
          <p:nvPr>
            <p:ph type="body" sz="quarter" idx="43" hasCustomPrompt="1"/>
          </p:nvPr>
        </p:nvSpPr>
        <p:spPr>
          <a:xfrm>
            <a:off x="3931141" y="3793135"/>
            <a:ext cx="1336675" cy="570668"/>
          </a:xfrm>
          <a:prstGeom prst="rect">
            <a:avLst/>
          </a:prstGeom>
          <a:ln>
            <a:noFill/>
          </a:ln>
        </p:spPr>
        <p:txBody>
          <a:bodyPr vert="horz" lIns="0" tIns="0" rIns="0" bIns="0"/>
          <a:lstStyle>
            <a:lvl1pPr marL="0" indent="0" algn="ctr">
              <a:buNone/>
              <a:defRPr sz="1200" baseline="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Infographic information goes here</a:t>
            </a:r>
          </a:p>
        </p:txBody>
      </p:sp>
      <p:sp>
        <p:nvSpPr>
          <p:cNvPr id="22" name="Text Placeholder 17"/>
          <p:cNvSpPr>
            <a:spLocks noGrp="1"/>
          </p:cNvSpPr>
          <p:nvPr>
            <p:ph type="body" sz="quarter" idx="44" hasCustomPrompt="1"/>
          </p:nvPr>
        </p:nvSpPr>
        <p:spPr>
          <a:xfrm>
            <a:off x="3931142" y="3389856"/>
            <a:ext cx="1336675" cy="326535"/>
          </a:xfrm>
          <a:prstGeom prst="rect">
            <a:avLst/>
          </a:prstGeom>
        </p:spPr>
        <p:txBody>
          <a:bodyPr vert="horz" lIns="0" tIns="0" rIns="0" bIns="0">
            <a:normAutofit/>
          </a:bodyPr>
          <a:lstStyle>
            <a:lvl1pPr marL="0" indent="0" algn="ctr">
              <a:buNone/>
              <a:defRPr sz="1800" baseline="0">
                <a:solidFill>
                  <a:schemeClr val="tx1"/>
                </a:solidFill>
              </a:defRPr>
            </a:lvl1pPr>
            <a:lvl2pPr marL="457200" indent="0">
              <a:buNone/>
              <a:defRPr sz="2200">
                <a:solidFill>
                  <a:srgbClr val="8DC63F"/>
                </a:solidFill>
              </a:defRPr>
            </a:lvl2pPr>
            <a:lvl3pPr marL="914400" indent="0">
              <a:buNone/>
              <a:defRPr sz="2200">
                <a:solidFill>
                  <a:srgbClr val="8DC63F"/>
                </a:solidFill>
              </a:defRPr>
            </a:lvl3pPr>
            <a:lvl4pPr marL="1371600" indent="0">
              <a:buNone/>
              <a:defRPr sz="2200">
                <a:solidFill>
                  <a:srgbClr val="8DC63F"/>
                </a:solidFill>
              </a:defRPr>
            </a:lvl4pPr>
            <a:lvl5pPr marL="1828800" indent="0">
              <a:buNone/>
              <a:defRPr sz="2200">
                <a:solidFill>
                  <a:srgbClr val="8DC63F"/>
                </a:solidFill>
              </a:defRPr>
            </a:lvl5pPr>
          </a:lstStyle>
          <a:p>
            <a:pPr lvl="0"/>
            <a:r>
              <a:rPr lang="en-US"/>
              <a:t>Emphasis Text</a:t>
            </a:r>
          </a:p>
        </p:txBody>
      </p:sp>
      <p:sp>
        <p:nvSpPr>
          <p:cNvPr id="23" name="Text Placeholder 3"/>
          <p:cNvSpPr>
            <a:spLocks noGrp="1"/>
          </p:cNvSpPr>
          <p:nvPr>
            <p:ph type="body" sz="quarter" idx="45" hasCustomPrompt="1"/>
          </p:nvPr>
        </p:nvSpPr>
        <p:spPr>
          <a:xfrm>
            <a:off x="5655659" y="3793135"/>
            <a:ext cx="1336675" cy="570668"/>
          </a:xfrm>
          <a:prstGeom prst="rect">
            <a:avLst/>
          </a:prstGeom>
          <a:ln>
            <a:noFill/>
          </a:ln>
        </p:spPr>
        <p:txBody>
          <a:bodyPr vert="horz" lIns="0" tIns="0" rIns="0" bIns="0"/>
          <a:lstStyle>
            <a:lvl1pPr marL="0" indent="0" algn="ctr">
              <a:buNone/>
              <a:defRPr sz="1200" baseline="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Infographic information goes here</a:t>
            </a:r>
          </a:p>
        </p:txBody>
      </p:sp>
      <p:sp>
        <p:nvSpPr>
          <p:cNvPr id="24" name="Text Placeholder 17"/>
          <p:cNvSpPr>
            <a:spLocks noGrp="1"/>
          </p:cNvSpPr>
          <p:nvPr>
            <p:ph type="body" sz="quarter" idx="46" hasCustomPrompt="1"/>
          </p:nvPr>
        </p:nvSpPr>
        <p:spPr>
          <a:xfrm>
            <a:off x="5655660" y="3389856"/>
            <a:ext cx="1336675" cy="326535"/>
          </a:xfrm>
          <a:prstGeom prst="rect">
            <a:avLst/>
          </a:prstGeom>
        </p:spPr>
        <p:txBody>
          <a:bodyPr vert="horz" lIns="0" tIns="0" rIns="0" bIns="0">
            <a:normAutofit/>
          </a:bodyPr>
          <a:lstStyle>
            <a:lvl1pPr marL="0" indent="0" algn="ctr">
              <a:buNone/>
              <a:defRPr sz="1800" baseline="0">
                <a:solidFill>
                  <a:schemeClr val="tx1"/>
                </a:solidFill>
              </a:defRPr>
            </a:lvl1pPr>
            <a:lvl2pPr marL="457200" indent="0">
              <a:buNone/>
              <a:defRPr sz="2200">
                <a:solidFill>
                  <a:srgbClr val="8DC63F"/>
                </a:solidFill>
              </a:defRPr>
            </a:lvl2pPr>
            <a:lvl3pPr marL="914400" indent="0">
              <a:buNone/>
              <a:defRPr sz="2200">
                <a:solidFill>
                  <a:srgbClr val="8DC63F"/>
                </a:solidFill>
              </a:defRPr>
            </a:lvl3pPr>
            <a:lvl4pPr marL="1371600" indent="0">
              <a:buNone/>
              <a:defRPr sz="2200">
                <a:solidFill>
                  <a:srgbClr val="8DC63F"/>
                </a:solidFill>
              </a:defRPr>
            </a:lvl4pPr>
            <a:lvl5pPr marL="1828800" indent="0">
              <a:buNone/>
              <a:defRPr sz="2200">
                <a:solidFill>
                  <a:srgbClr val="8DC63F"/>
                </a:solidFill>
              </a:defRPr>
            </a:lvl5pPr>
          </a:lstStyle>
          <a:p>
            <a:pPr lvl="0"/>
            <a:r>
              <a:rPr lang="en-US"/>
              <a:t>Emphasis Text</a:t>
            </a:r>
          </a:p>
        </p:txBody>
      </p:sp>
      <p:sp>
        <p:nvSpPr>
          <p:cNvPr id="25" name="Text Placeholder 3"/>
          <p:cNvSpPr>
            <a:spLocks noGrp="1"/>
          </p:cNvSpPr>
          <p:nvPr>
            <p:ph type="body" sz="quarter" idx="47" hasCustomPrompt="1"/>
          </p:nvPr>
        </p:nvSpPr>
        <p:spPr>
          <a:xfrm>
            <a:off x="7336601" y="3793135"/>
            <a:ext cx="1336675" cy="570668"/>
          </a:xfrm>
          <a:prstGeom prst="rect">
            <a:avLst/>
          </a:prstGeom>
          <a:ln>
            <a:noFill/>
          </a:ln>
        </p:spPr>
        <p:txBody>
          <a:bodyPr vert="horz" lIns="0" tIns="0" rIns="0" bIns="0"/>
          <a:lstStyle>
            <a:lvl1pPr marL="0" indent="0" algn="ctr">
              <a:buNone/>
              <a:defRPr sz="1200" baseline="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Infographic information goes here</a:t>
            </a:r>
          </a:p>
        </p:txBody>
      </p:sp>
      <p:sp>
        <p:nvSpPr>
          <p:cNvPr id="26" name="Text Placeholder 17"/>
          <p:cNvSpPr>
            <a:spLocks noGrp="1"/>
          </p:cNvSpPr>
          <p:nvPr>
            <p:ph type="body" sz="quarter" idx="48" hasCustomPrompt="1"/>
          </p:nvPr>
        </p:nvSpPr>
        <p:spPr>
          <a:xfrm>
            <a:off x="7336602" y="3389856"/>
            <a:ext cx="1336675" cy="326535"/>
          </a:xfrm>
          <a:prstGeom prst="rect">
            <a:avLst/>
          </a:prstGeom>
        </p:spPr>
        <p:txBody>
          <a:bodyPr vert="horz" lIns="0" tIns="0" rIns="0" bIns="0">
            <a:normAutofit/>
          </a:bodyPr>
          <a:lstStyle>
            <a:lvl1pPr marL="0" indent="0" algn="ctr">
              <a:buNone/>
              <a:defRPr sz="1800" baseline="0">
                <a:solidFill>
                  <a:schemeClr val="tx1"/>
                </a:solidFill>
              </a:defRPr>
            </a:lvl1pPr>
            <a:lvl2pPr marL="457200" indent="0">
              <a:buNone/>
              <a:defRPr sz="2200">
                <a:solidFill>
                  <a:srgbClr val="8DC63F"/>
                </a:solidFill>
              </a:defRPr>
            </a:lvl2pPr>
            <a:lvl3pPr marL="914400" indent="0">
              <a:buNone/>
              <a:defRPr sz="2200">
                <a:solidFill>
                  <a:srgbClr val="8DC63F"/>
                </a:solidFill>
              </a:defRPr>
            </a:lvl3pPr>
            <a:lvl4pPr marL="1371600" indent="0">
              <a:buNone/>
              <a:defRPr sz="2200">
                <a:solidFill>
                  <a:srgbClr val="8DC63F"/>
                </a:solidFill>
              </a:defRPr>
            </a:lvl4pPr>
            <a:lvl5pPr marL="1828800" indent="0">
              <a:buNone/>
              <a:defRPr sz="2200">
                <a:solidFill>
                  <a:srgbClr val="8DC63F"/>
                </a:solidFill>
              </a:defRPr>
            </a:lvl5pPr>
          </a:lstStyle>
          <a:p>
            <a:pPr lvl="0"/>
            <a:r>
              <a:rPr lang="en-US"/>
              <a:t>Emphasis Text</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28" name="Title 31"/>
          <p:cNvSpPr>
            <a:spLocks noGrp="1"/>
          </p:cNvSpPr>
          <p:nvPr>
            <p:ph type="title" hasCustomPrompt="1"/>
          </p:nvPr>
        </p:nvSpPr>
        <p:spPr>
          <a:xfrm>
            <a:off x="457200" y="0"/>
            <a:ext cx="3213510" cy="1704258"/>
          </a:xfrm>
        </p:spPr>
        <p:txBody>
          <a:bodyPr/>
          <a:lstStyle/>
          <a:p>
            <a:r>
              <a:rPr lang="en-US"/>
              <a:t>Messaging + Blue Infographic Content</a:t>
            </a:r>
          </a:p>
        </p:txBody>
      </p:sp>
      <p:sp>
        <p:nvSpPr>
          <p:cNvPr id="39" name="Picture Placeholder 24"/>
          <p:cNvSpPr>
            <a:spLocks noGrp="1" noChangeAspect="1"/>
          </p:cNvSpPr>
          <p:nvPr>
            <p:ph type="pic" sz="quarter" idx="50" hasCustomPrompt="1"/>
          </p:nvPr>
        </p:nvSpPr>
        <p:spPr>
          <a:xfrm>
            <a:off x="490683" y="1962045"/>
            <a:ext cx="1291932" cy="1291928"/>
          </a:xfrm>
          <a:prstGeom prst="ellipse">
            <a:avLst/>
          </a:prstGeom>
          <a:solidFill>
            <a:schemeClr val="accent1"/>
          </a:solidFill>
          <a:ln w="38100">
            <a:solidFill>
              <a:schemeClr val="bg1"/>
            </a:solidFill>
          </a:ln>
        </p:spPr>
        <p:txBody>
          <a:bodyPr vert="horz" lIns="91440" tIns="91440" rIns="91440" bIns="91440" anchor="ctr" anchorCtr="0"/>
          <a:lstStyle>
            <a:lvl1pPr marL="0" indent="0" algn="ctr">
              <a:buNone/>
              <a:defRPr sz="1200">
                <a:solidFill>
                  <a:schemeClr val="bg1"/>
                </a:solidFill>
                <a:effectLst/>
              </a:defRPr>
            </a:lvl1pPr>
          </a:lstStyle>
          <a:p>
            <a:r>
              <a:rPr lang="en-US"/>
              <a:t>Insert icon</a:t>
            </a:r>
          </a:p>
        </p:txBody>
      </p:sp>
      <p:sp>
        <p:nvSpPr>
          <p:cNvPr id="40" name="Picture Placeholder 24"/>
          <p:cNvSpPr>
            <a:spLocks noGrp="1" noChangeAspect="1"/>
          </p:cNvSpPr>
          <p:nvPr>
            <p:ph type="pic" sz="quarter" idx="51" hasCustomPrompt="1"/>
          </p:nvPr>
        </p:nvSpPr>
        <p:spPr>
          <a:xfrm>
            <a:off x="2239612" y="1962045"/>
            <a:ext cx="1291932" cy="1291928"/>
          </a:xfrm>
          <a:prstGeom prst="ellipse">
            <a:avLst/>
          </a:prstGeom>
          <a:solidFill>
            <a:schemeClr val="accent1"/>
          </a:solidFill>
          <a:ln w="38100">
            <a:solidFill>
              <a:schemeClr val="bg1"/>
            </a:solidFill>
          </a:ln>
        </p:spPr>
        <p:txBody>
          <a:bodyPr vert="horz" lIns="91440" tIns="91440" rIns="91440" bIns="91440" anchor="ctr" anchorCtr="0"/>
          <a:lstStyle>
            <a:lvl1pPr marL="0" indent="0" algn="ctr">
              <a:buNone/>
              <a:defRPr sz="1200">
                <a:solidFill>
                  <a:schemeClr val="bg1"/>
                </a:solidFill>
                <a:effectLst/>
              </a:defRPr>
            </a:lvl1pPr>
          </a:lstStyle>
          <a:p>
            <a:r>
              <a:rPr lang="en-US"/>
              <a:t>Insert icon</a:t>
            </a:r>
          </a:p>
        </p:txBody>
      </p:sp>
      <p:sp>
        <p:nvSpPr>
          <p:cNvPr id="41" name="Picture Placeholder 24"/>
          <p:cNvSpPr>
            <a:spLocks noGrp="1" noChangeAspect="1"/>
          </p:cNvSpPr>
          <p:nvPr>
            <p:ph type="pic" sz="quarter" idx="52" hasCustomPrompt="1"/>
          </p:nvPr>
        </p:nvSpPr>
        <p:spPr>
          <a:xfrm>
            <a:off x="3926034" y="1962045"/>
            <a:ext cx="1291932" cy="1291928"/>
          </a:xfrm>
          <a:prstGeom prst="ellipse">
            <a:avLst/>
          </a:prstGeom>
          <a:solidFill>
            <a:schemeClr val="accent1"/>
          </a:solidFill>
          <a:ln w="38100">
            <a:solidFill>
              <a:schemeClr val="bg1"/>
            </a:solidFill>
          </a:ln>
        </p:spPr>
        <p:txBody>
          <a:bodyPr vert="horz" lIns="91440" tIns="91440" rIns="91440" bIns="91440" anchor="ctr" anchorCtr="0"/>
          <a:lstStyle>
            <a:lvl1pPr marL="0" indent="0" algn="ctr">
              <a:buNone/>
              <a:defRPr sz="1200">
                <a:solidFill>
                  <a:schemeClr val="bg1"/>
                </a:solidFill>
                <a:effectLst/>
              </a:defRPr>
            </a:lvl1pPr>
          </a:lstStyle>
          <a:p>
            <a:r>
              <a:rPr lang="en-US"/>
              <a:t>Insert icon</a:t>
            </a:r>
          </a:p>
        </p:txBody>
      </p:sp>
      <p:sp>
        <p:nvSpPr>
          <p:cNvPr id="42" name="Picture Placeholder 24"/>
          <p:cNvSpPr>
            <a:spLocks noGrp="1" noChangeAspect="1"/>
          </p:cNvSpPr>
          <p:nvPr>
            <p:ph type="pic" sz="quarter" idx="53" hasCustomPrompt="1"/>
          </p:nvPr>
        </p:nvSpPr>
        <p:spPr>
          <a:xfrm>
            <a:off x="5675688" y="1962045"/>
            <a:ext cx="1291932" cy="1291928"/>
          </a:xfrm>
          <a:prstGeom prst="ellipse">
            <a:avLst/>
          </a:prstGeom>
          <a:solidFill>
            <a:schemeClr val="accent1"/>
          </a:solidFill>
          <a:ln w="38100">
            <a:solidFill>
              <a:schemeClr val="bg1"/>
            </a:solidFill>
          </a:ln>
        </p:spPr>
        <p:txBody>
          <a:bodyPr vert="horz" lIns="91440" tIns="91440" rIns="91440" bIns="91440" anchor="ctr" anchorCtr="0"/>
          <a:lstStyle>
            <a:lvl1pPr marL="0" indent="0" algn="ctr">
              <a:buNone/>
              <a:defRPr sz="1200">
                <a:solidFill>
                  <a:schemeClr val="bg1"/>
                </a:solidFill>
                <a:effectLst/>
              </a:defRPr>
            </a:lvl1pPr>
          </a:lstStyle>
          <a:p>
            <a:r>
              <a:rPr lang="en-US"/>
              <a:t>Insert icon</a:t>
            </a:r>
          </a:p>
        </p:txBody>
      </p:sp>
      <p:sp>
        <p:nvSpPr>
          <p:cNvPr id="43" name="Picture Placeholder 24"/>
          <p:cNvSpPr>
            <a:spLocks noGrp="1" noChangeAspect="1"/>
          </p:cNvSpPr>
          <p:nvPr>
            <p:ph type="pic" sz="quarter" idx="54" hasCustomPrompt="1"/>
          </p:nvPr>
        </p:nvSpPr>
        <p:spPr>
          <a:xfrm>
            <a:off x="7336601" y="1962045"/>
            <a:ext cx="1291932" cy="1291928"/>
          </a:xfrm>
          <a:prstGeom prst="ellipse">
            <a:avLst/>
          </a:prstGeom>
          <a:solidFill>
            <a:schemeClr val="accent1"/>
          </a:solidFill>
          <a:ln w="38100">
            <a:solidFill>
              <a:schemeClr val="bg1"/>
            </a:solidFill>
          </a:ln>
        </p:spPr>
        <p:txBody>
          <a:bodyPr vert="horz" lIns="91440" tIns="91440" rIns="91440" bIns="91440" anchor="ctr" anchorCtr="0"/>
          <a:lstStyle>
            <a:lvl1pPr marL="0" indent="0" algn="ctr">
              <a:buNone/>
              <a:defRPr sz="1200">
                <a:solidFill>
                  <a:schemeClr val="bg1"/>
                </a:solidFill>
                <a:effectLst/>
              </a:defRPr>
            </a:lvl1pPr>
          </a:lstStyle>
          <a:p>
            <a:r>
              <a:rPr lang="en-US"/>
              <a:t>Insert icon</a:t>
            </a:r>
          </a:p>
        </p:txBody>
      </p:sp>
    </p:spTree>
    <p:extLst>
      <p:ext uri="{BB962C8B-B14F-4D97-AF65-F5344CB8AC3E}">
        <p14:creationId xmlns:p14="http://schemas.microsoft.com/office/powerpoint/2010/main" val="66057277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Slide - Half Photo">
    <p:spTree>
      <p:nvGrpSpPr>
        <p:cNvPr id="1" name=""/>
        <p:cNvGrpSpPr/>
        <p:nvPr/>
      </p:nvGrpSpPr>
      <p:grpSpPr>
        <a:xfrm>
          <a:off x="0" y="0"/>
          <a:ext cx="0" cy="0"/>
          <a:chOff x="0" y="0"/>
          <a:chExt cx="0" cy="0"/>
        </a:xfrm>
      </p:grpSpPr>
      <p:sp>
        <p:nvSpPr>
          <p:cNvPr id="3" name="Picture Placeholder 2"/>
          <p:cNvSpPr>
            <a:spLocks noGrp="1"/>
          </p:cNvSpPr>
          <p:nvPr>
            <p:ph type="pic" sz="quarter" idx="49" hasCustomPrompt="1"/>
          </p:nvPr>
        </p:nvSpPr>
        <p:spPr>
          <a:xfrm>
            <a:off x="0" y="0"/>
            <a:ext cx="9144000" cy="2682875"/>
          </a:xfrm>
          <a:solidFill>
            <a:schemeClr val="bg1">
              <a:lumMod val="85000"/>
            </a:schemeClr>
          </a:solidFill>
        </p:spPr>
        <p:txBody>
          <a:bodyPr>
            <a:normAutofit/>
          </a:bodyPr>
          <a:lstStyle>
            <a:lvl1pPr marL="0" indent="0" algn="r">
              <a:buNone/>
              <a:defRPr sz="1600"/>
            </a:lvl1pPr>
          </a:lstStyle>
          <a:p>
            <a:r>
              <a:rPr lang="en-US"/>
              <a:t>Insert a large image here</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15" name="Text Placeholder 14"/>
          <p:cNvSpPr>
            <a:spLocks noGrp="1"/>
          </p:cNvSpPr>
          <p:nvPr>
            <p:ph type="body" sz="quarter" idx="50" hasCustomPrompt="1"/>
          </p:nvPr>
        </p:nvSpPr>
        <p:spPr>
          <a:xfrm>
            <a:off x="479425" y="2968625"/>
            <a:ext cx="8267686" cy="1738313"/>
          </a:xfrm>
        </p:spPr>
        <p:txBody>
          <a:bodyPr lIns="0" tIns="0" rIns="0" bIns="0">
            <a:noAutofit/>
          </a:bodyPr>
          <a:lstStyle>
            <a:lvl1pPr marL="0" indent="0">
              <a:buNone/>
              <a:defRPr sz="2000"/>
            </a:lvl1pPr>
            <a:lvl2pPr marL="457200" indent="0">
              <a:buNone/>
              <a:defRPr sz="2000"/>
            </a:lvl2pPr>
            <a:lvl3pPr marL="914400" indent="0">
              <a:buNone/>
              <a:defRPr sz="2000"/>
            </a:lvl3pPr>
            <a:lvl4pPr marL="1371600" indent="0">
              <a:buNone/>
              <a:defRPr sz="2000"/>
            </a:lvl4pPr>
            <a:lvl5pPr marL="1828800" indent="0">
              <a:buNone/>
              <a:defRPr sz="2000"/>
            </a:lvl5pPr>
          </a:lstStyle>
          <a:p>
            <a:pPr lvl="0"/>
            <a:r>
              <a:rPr lang="en-US"/>
              <a:t>Short Slide Summary</a:t>
            </a:r>
          </a:p>
        </p:txBody>
      </p:sp>
      <p:sp>
        <p:nvSpPr>
          <p:cNvPr id="2" name="Title 1"/>
          <p:cNvSpPr>
            <a:spLocks noGrp="1"/>
          </p:cNvSpPr>
          <p:nvPr>
            <p:ph type="title" hasCustomPrompt="1"/>
          </p:nvPr>
        </p:nvSpPr>
        <p:spPr>
          <a:xfrm>
            <a:off x="0" y="2186187"/>
            <a:ext cx="4936982" cy="497572"/>
          </a:xfrm>
        </p:spPr>
        <p:txBody>
          <a:bodyPr lIns="274320" tIns="91440" bIns="45720">
            <a:spAutoFit/>
          </a:bodyPr>
          <a:lstStyle>
            <a:lvl1pPr algn="l">
              <a:defRPr/>
            </a:lvl1pPr>
          </a:lstStyle>
          <a:p>
            <a:pPr lvl="0"/>
            <a:r>
              <a:rPr lang="en-US"/>
              <a:t>Title: Content Slide</a:t>
            </a:r>
          </a:p>
        </p:txBody>
      </p:sp>
    </p:spTree>
    <p:extLst>
      <p:ext uri="{BB962C8B-B14F-4D97-AF65-F5344CB8AC3E}">
        <p14:creationId xmlns:p14="http://schemas.microsoft.com/office/powerpoint/2010/main" val="163853613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_Content Slide - Half Blue - Half Photo">
    <p:spTree>
      <p:nvGrpSpPr>
        <p:cNvPr id="1" name=""/>
        <p:cNvGrpSpPr/>
        <p:nvPr/>
      </p:nvGrpSpPr>
      <p:grpSpPr>
        <a:xfrm>
          <a:off x="0" y="0"/>
          <a:ext cx="0" cy="0"/>
          <a:chOff x="0" y="0"/>
          <a:chExt cx="0" cy="0"/>
        </a:xfrm>
      </p:grpSpPr>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4" name="Rectangle 3">
            <a:extLst>
              <a:ext uri="{FF2B5EF4-FFF2-40B4-BE49-F238E27FC236}">
                <a16:creationId xmlns:a16="http://schemas.microsoft.com/office/drawing/2014/main" id="{613C7420-D1E3-2748-83F1-0C3F1C99A95C}"/>
              </a:ext>
            </a:extLst>
          </p:cNvPr>
          <p:cNvSpPr/>
          <p:nvPr userDrawn="1"/>
        </p:nvSpPr>
        <p:spPr>
          <a:xfrm>
            <a:off x="0" y="3204446"/>
            <a:ext cx="9144000" cy="193905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 Placeholder 7">
            <a:extLst>
              <a:ext uri="{FF2B5EF4-FFF2-40B4-BE49-F238E27FC236}">
                <a16:creationId xmlns:a16="http://schemas.microsoft.com/office/drawing/2014/main" id="{CA23820E-162D-E444-AE76-C4AF2F45B95A}"/>
              </a:ext>
            </a:extLst>
          </p:cNvPr>
          <p:cNvSpPr>
            <a:spLocks noGrp="1"/>
          </p:cNvSpPr>
          <p:nvPr>
            <p:ph type="body" sz="quarter" idx="51" hasCustomPrompt="1"/>
          </p:nvPr>
        </p:nvSpPr>
        <p:spPr>
          <a:xfrm>
            <a:off x="479425" y="3536950"/>
            <a:ext cx="3308350" cy="1096963"/>
          </a:xfrm>
        </p:spPr>
        <p:txBody>
          <a:bodyPr lIns="0" tIns="0" rIns="0" bIns="0">
            <a:noAutofit/>
          </a:bodyPr>
          <a:lstStyle>
            <a:lvl1pPr marL="0" indent="0">
              <a:spcBef>
                <a:spcPts val="0"/>
              </a:spcBef>
              <a:buNone/>
              <a:defRPr sz="2800" b="1">
                <a:solidFill>
                  <a:schemeClr val="bg1"/>
                </a:solidFill>
              </a:defRPr>
            </a:lvl1pPr>
          </a:lstStyle>
          <a:p>
            <a:pPr lvl="0"/>
            <a:r>
              <a:rPr lang="en-US"/>
              <a:t>Large important text</a:t>
            </a:r>
          </a:p>
        </p:txBody>
      </p:sp>
      <p:sp>
        <p:nvSpPr>
          <p:cNvPr id="13" name="Text Placeholder 7">
            <a:extLst>
              <a:ext uri="{FF2B5EF4-FFF2-40B4-BE49-F238E27FC236}">
                <a16:creationId xmlns:a16="http://schemas.microsoft.com/office/drawing/2014/main" id="{A8889CC1-1B54-4447-A72C-33A5302A87A9}"/>
              </a:ext>
            </a:extLst>
          </p:cNvPr>
          <p:cNvSpPr>
            <a:spLocks noGrp="1"/>
          </p:cNvSpPr>
          <p:nvPr>
            <p:ph type="body" sz="quarter" idx="52" hasCustomPrompt="1"/>
          </p:nvPr>
        </p:nvSpPr>
        <p:spPr>
          <a:xfrm>
            <a:off x="4104657" y="3536950"/>
            <a:ext cx="4642454" cy="1096963"/>
          </a:xfrm>
        </p:spPr>
        <p:txBody>
          <a:bodyPr lIns="0" tIns="73152" rIns="0" bIns="0">
            <a:noAutofit/>
          </a:bodyPr>
          <a:lstStyle>
            <a:lvl1pPr marL="0" indent="0">
              <a:buNone/>
              <a:defRPr sz="2000" b="0">
                <a:solidFill>
                  <a:schemeClr val="bg1"/>
                </a:solidFill>
              </a:defRPr>
            </a:lvl1pPr>
          </a:lstStyle>
          <a:p>
            <a:pPr lvl="0"/>
            <a:r>
              <a:rPr lang="en-US"/>
              <a:t>Supporting body text</a:t>
            </a:r>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bg1"/>
                </a:solidFill>
              </a:rPr>
              <a:t>NREL</a:t>
            </a:r>
            <a:r>
              <a:rPr lang="en-US" sz="800" baseline="0">
                <a:solidFill>
                  <a:schemeClr val="bg1"/>
                </a:solidFill>
              </a:rPr>
              <a:t>    </a:t>
            </a:r>
            <a:r>
              <a:rPr lang="en-US" sz="800">
                <a:solidFill>
                  <a:schemeClr val="bg1"/>
                </a:solidFill>
              </a:rPr>
              <a:t>|    </a:t>
            </a:r>
            <a:fld id="{BFD71CF8-5198-8441-A7C0-DC22FD64CBE4}" type="slidenum">
              <a:rPr lang="en-US" sz="800">
                <a:solidFill>
                  <a:schemeClr val="bg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bg1"/>
              </a:solidFill>
            </a:endParaRPr>
          </a:p>
        </p:txBody>
      </p:sp>
      <p:sp>
        <p:nvSpPr>
          <p:cNvPr id="3" name="Picture Placeholder 2">
            <a:extLst>
              <a:ext uri="{FF2B5EF4-FFF2-40B4-BE49-F238E27FC236}">
                <a16:creationId xmlns:a16="http://schemas.microsoft.com/office/drawing/2014/main" id="{72694E0F-43B5-0F46-B097-5F1C5C7C3C69}"/>
              </a:ext>
            </a:extLst>
          </p:cNvPr>
          <p:cNvSpPr>
            <a:spLocks noGrp="1"/>
          </p:cNvSpPr>
          <p:nvPr>
            <p:ph type="pic" sz="quarter" idx="53" hasCustomPrompt="1"/>
          </p:nvPr>
        </p:nvSpPr>
        <p:spPr>
          <a:xfrm>
            <a:off x="0" y="0"/>
            <a:ext cx="9144000" cy="3205163"/>
          </a:xfrm>
          <a:solidFill>
            <a:schemeClr val="bg1">
              <a:lumMod val="95000"/>
            </a:schemeClr>
          </a:solidFill>
        </p:spPr>
        <p:txBody>
          <a:bodyPr/>
          <a:lstStyle>
            <a:lvl1pPr marL="0" indent="0" algn="ctr">
              <a:buNone/>
              <a:defRPr/>
            </a:lvl1pPr>
          </a:lstStyle>
          <a:p>
            <a:r>
              <a:rPr lang="en-US"/>
              <a:t>Insert Photo or Graphic</a:t>
            </a:r>
          </a:p>
        </p:txBody>
      </p:sp>
    </p:spTree>
    <p:extLst>
      <p:ext uri="{BB962C8B-B14F-4D97-AF65-F5344CB8AC3E}">
        <p14:creationId xmlns:p14="http://schemas.microsoft.com/office/powerpoint/2010/main" val="236786454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_Content Slide - Half Blue 1">
    <p:spTree>
      <p:nvGrpSpPr>
        <p:cNvPr id="1" name=""/>
        <p:cNvGrpSpPr/>
        <p:nvPr/>
      </p:nvGrpSpPr>
      <p:grpSpPr>
        <a:xfrm>
          <a:off x="0" y="0"/>
          <a:ext cx="0" cy="0"/>
          <a:chOff x="0" y="0"/>
          <a:chExt cx="0" cy="0"/>
        </a:xfrm>
      </p:grpSpPr>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4" name="Rectangle 3">
            <a:extLst>
              <a:ext uri="{FF2B5EF4-FFF2-40B4-BE49-F238E27FC236}">
                <a16:creationId xmlns:a16="http://schemas.microsoft.com/office/drawing/2014/main" id="{613C7420-D1E3-2748-83F1-0C3F1C99A95C}"/>
              </a:ext>
            </a:extLst>
          </p:cNvPr>
          <p:cNvSpPr/>
          <p:nvPr userDrawn="1"/>
        </p:nvSpPr>
        <p:spPr>
          <a:xfrm>
            <a:off x="0" y="3204446"/>
            <a:ext cx="9144000" cy="193905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 Placeholder 7">
            <a:extLst>
              <a:ext uri="{FF2B5EF4-FFF2-40B4-BE49-F238E27FC236}">
                <a16:creationId xmlns:a16="http://schemas.microsoft.com/office/drawing/2014/main" id="{CA23820E-162D-E444-AE76-C4AF2F45B95A}"/>
              </a:ext>
            </a:extLst>
          </p:cNvPr>
          <p:cNvSpPr>
            <a:spLocks noGrp="1"/>
          </p:cNvSpPr>
          <p:nvPr>
            <p:ph type="body" sz="quarter" idx="51" hasCustomPrompt="1"/>
          </p:nvPr>
        </p:nvSpPr>
        <p:spPr>
          <a:xfrm>
            <a:off x="479425" y="3536950"/>
            <a:ext cx="3308350" cy="1096963"/>
          </a:xfrm>
        </p:spPr>
        <p:txBody>
          <a:bodyPr lIns="0" tIns="0" rIns="0" bIns="0">
            <a:noAutofit/>
          </a:bodyPr>
          <a:lstStyle>
            <a:lvl1pPr marL="0" indent="0">
              <a:spcBef>
                <a:spcPts val="0"/>
              </a:spcBef>
              <a:buNone/>
              <a:defRPr sz="2800" b="1">
                <a:solidFill>
                  <a:schemeClr val="bg1"/>
                </a:solidFill>
              </a:defRPr>
            </a:lvl1pPr>
          </a:lstStyle>
          <a:p>
            <a:pPr lvl="0"/>
            <a:r>
              <a:rPr lang="en-US"/>
              <a:t>Large important text</a:t>
            </a:r>
          </a:p>
        </p:txBody>
      </p:sp>
      <p:sp>
        <p:nvSpPr>
          <p:cNvPr id="13" name="Text Placeholder 7">
            <a:extLst>
              <a:ext uri="{FF2B5EF4-FFF2-40B4-BE49-F238E27FC236}">
                <a16:creationId xmlns:a16="http://schemas.microsoft.com/office/drawing/2014/main" id="{A8889CC1-1B54-4447-A72C-33A5302A87A9}"/>
              </a:ext>
            </a:extLst>
          </p:cNvPr>
          <p:cNvSpPr>
            <a:spLocks noGrp="1"/>
          </p:cNvSpPr>
          <p:nvPr>
            <p:ph type="body" sz="quarter" idx="52" hasCustomPrompt="1"/>
          </p:nvPr>
        </p:nvSpPr>
        <p:spPr>
          <a:xfrm>
            <a:off x="4104657" y="3536950"/>
            <a:ext cx="4642454" cy="1096963"/>
          </a:xfrm>
        </p:spPr>
        <p:txBody>
          <a:bodyPr lIns="0" tIns="73152" rIns="0" bIns="0">
            <a:noAutofit/>
          </a:bodyPr>
          <a:lstStyle>
            <a:lvl1pPr marL="0" indent="0">
              <a:buNone/>
              <a:defRPr sz="2000" b="0">
                <a:solidFill>
                  <a:schemeClr val="bg1"/>
                </a:solidFill>
              </a:defRPr>
            </a:lvl1pPr>
          </a:lstStyle>
          <a:p>
            <a:pPr lvl="0"/>
            <a:r>
              <a:rPr lang="en-US"/>
              <a:t>Supporting body text</a:t>
            </a:r>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bg1"/>
                </a:solidFill>
              </a:rPr>
              <a:t>NREL</a:t>
            </a:r>
            <a:r>
              <a:rPr lang="en-US" sz="800" baseline="0">
                <a:solidFill>
                  <a:schemeClr val="bg1"/>
                </a:solidFill>
              </a:rPr>
              <a:t>    </a:t>
            </a:r>
            <a:r>
              <a:rPr lang="en-US" sz="800">
                <a:solidFill>
                  <a:schemeClr val="bg1"/>
                </a:solidFill>
              </a:rPr>
              <a:t>|    </a:t>
            </a:r>
            <a:fld id="{BFD71CF8-5198-8441-A7C0-DC22FD64CBE4}" type="slidenum">
              <a:rPr lang="en-US" sz="800">
                <a:solidFill>
                  <a:schemeClr val="bg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bg1"/>
              </a:solidFill>
            </a:endParaRPr>
          </a:p>
        </p:txBody>
      </p:sp>
      <p:sp>
        <p:nvSpPr>
          <p:cNvPr id="10" name="Rectangle 9">
            <a:extLst>
              <a:ext uri="{FF2B5EF4-FFF2-40B4-BE49-F238E27FC236}">
                <a16:creationId xmlns:a16="http://schemas.microsoft.com/office/drawing/2014/main" id="{D0F8E801-C21C-E943-9A0D-715C66D645FB}"/>
              </a:ext>
            </a:extLst>
          </p:cNvPr>
          <p:cNvSpPr/>
          <p:nvPr userDrawn="1"/>
        </p:nvSpPr>
        <p:spPr>
          <a:xfrm>
            <a:off x="0" y="0"/>
            <a:ext cx="9144000" cy="3204446"/>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 name="Text Placeholder 7">
            <a:extLst>
              <a:ext uri="{FF2B5EF4-FFF2-40B4-BE49-F238E27FC236}">
                <a16:creationId xmlns:a16="http://schemas.microsoft.com/office/drawing/2014/main" id="{5870EDA1-21F4-9543-B426-B99B5785504E}"/>
              </a:ext>
            </a:extLst>
          </p:cNvPr>
          <p:cNvSpPr>
            <a:spLocks noGrp="1"/>
          </p:cNvSpPr>
          <p:nvPr>
            <p:ph type="body" sz="quarter" idx="53" hasCustomPrompt="1"/>
          </p:nvPr>
        </p:nvSpPr>
        <p:spPr>
          <a:xfrm>
            <a:off x="479425" y="583079"/>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Tree>
    <p:extLst>
      <p:ext uri="{BB962C8B-B14F-4D97-AF65-F5344CB8AC3E}">
        <p14:creationId xmlns:p14="http://schemas.microsoft.com/office/powerpoint/2010/main" val="296583755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_Content Slide - Half Blue 2">
    <p:spTree>
      <p:nvGrpSpPr>
        <p:cNvPr id="1" name=""/>
        <p:cNvGrpSpPr/>
        <p:nvPr/>
      </p:nvGrpSpPr>
      <p:grpSpPr>
        <a:xfrm>
          <a:off x="0" y="0"/>
          <a:ext cx="0" cy="0"/>
          <a:chOff x="0" y="0"/>
          <a:chExt cx="0" cy="0"/>
        </a:xfrm>
      </p:grpSpPr>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4" name="Rectangle 3">
            <a:extLst>
              <a:ext uri="{FF2B5EF4-FFF2-40B4-BE49-F238E27FC236}">
                <a16:creationId xmlns:a16="http://schemas.microsoft.com/office/drawing/2014/main" id="{613C7420-D1E3-2748-83F1-0C3F1C99A95C}"/>
              </a:ext>
            </a:extLst>
          </p:cNvPr>
          <p:cNvSpPr/>
          <p:nvPr userDrawn="1"/>
        </p:nvSpPr>
        <p:spPr>
          <a:xfrm>
            <a:off x="0" y="3204446"/>
            <a:ext cx="9144000" cy="193905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 Placeholder 7">
            <a:extLst>
              <a:ext uri="{FF2B5EF4-FFF2-40B4-BE49-F238E27FC236}">
                <a16:creationId xmlns:a16="http://schemas.microsoft.com/office/drawing/2014/main" id="{CA23820E-162D-E444-AE76-C4AF2F45B95A}"/>
              </a:ext>
            </a:extLst>
          </p:cNvPr>
          <p:cNvSpPr>
            <a:spLocks noGrp="1"/>
          </p:cNvSpPr>
          <p:nvPr>
            <p:ph type="body" sz="quarter" idx="51" hasCustomPrompt="1"/>
          </p:nvPr>
        </p:nvSpPr>
        <p:spPr>
          <a:xfrm>
            <a:off x="479425" y="3536950"/>
            <a:ext cx="3308350" cy="1096963"/>
          </a:xfrm>
        </p:spPr>
        <p:txBody>
          <a:bodyPr lIns="0" tIns="0" rIns="0" bIns="0">
            <a:noAutofit/>
          </a:bodyPr>
          <a:lstStyle>
            <a:lvl1pPr marL="0" indent="0">
              <a:spcBef>
                <a:spcPts val="0"/>
              </a:spcBef>
              <a:buNone/>
              <a:defRPr sz="2800" b="1">
                <a:solidFill>
                  <a:schemeClr val="bg1"/>
                </a:solidFill>
              </a:defRPr>
            </a:lvl1pPr>
          </a:lstStyle>
          <a:p>
            <a:pPr lvl="0"/>
            <a:r>
              <a:rPr lang="en-US"/>
              <a:t>Large important text</a:t>
            </a:r>
          </a:p>
        </p:txBody>
      </p:sp>
      <p:sp>
        <p:nvSpPr>
          <p:cNvPr id="13" name="Text Placeholder 7">
            <a:extLst>
              <a:ext uri="{FF2B5EF4-FFF2-40B4-BE49-F238E27FC236}">
                <a16:creationId xmlns:a16="http://schemas.microsoft.com/office/drawing/2014/main" id="{A8889CC1-1B54-4447-A72C-33A5302A87A9}"/>
              </a:ext>
            </a:extLst>
          </p:cNvPr>
          <p:cNvSpPr>
            <a:spLocks noGrp="1"/>
          </p:cNvSpPr>
          <p:nvPr>
            <p:ph type="body" sz="quarter" idx="52" hasCustomPrompt="1"/>
          </p:nvPr>
        </p:nvSpPr>
        <p:spPr>
          <a:xfrm>
            <a:off x="4104657" y="3536950"/>
            <a:ext cx="4642454" cy="1096963"/>
          </a:xfrm>
        </p:spPr>
        <p:txBody>
          <a:bodyPr lIns="0" tIns="73152" rIns="0" bIns="0">
            <a:noAutofit/>
          </a:bodyPr>
          <a:lstStyle>
            <a:lvl1pPr marL="0" indent="0">
              <a:buNone/>
              <a:defRPr sz="2000" b="0">
                <a:solidFill>
                  <a:schemeClr val="bg1"/>
                </a:solidFill>
              </a:defRPr>
            </a:lvl1pPr>
          </a:lstStyle>
          <a:p>
            <a:pPr lvl="0"/>
            <a:r>
              <a:rPr lang="en-US"/>
              <a:t>Supporting body text</a:t>
            </a:r>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bg1"/>
                </a:solidFill>
              </a:rPr>
              <a:t>NREL</a:t>
            </a:r>
            <a:r>
              <a:rPr lang="en-US" sz="800" baseline="0">
                <a:solidFill>
                  <a:schemeClr val="bg1"/>
                </a:solidFill>
              </a:rPr>
              <a:t>    </a:t>
            </a:r>
            <a:r>
              <a:rPr lang="en-US" sz="800">
                <a:solidFill>
                  <a:schemeClr val="bg1"/>
                </a:solidFill>
              </a:rPr>
              <a:t>|    </a:t>
            </a:r>
            <a:fld id="{BFD71CF8-5198-8441-A7C0-DC22FD64CBE4}" type="slidenum">
              <a:rPr lang="en-US" sz="800">
                <a:solidFill>
                  <a:schemeClr val="bg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bg1"/>
              </a:solidFill>
            </a:endParaRPr>
          </a:p>
        </p:txBody>
      </p:sp>
      <p:sp>
        <p:nvSpPr>
          <p:cNvPr id="7" name="Text Placeholder 7">
            <a:extLst>
              <a:ext uri="{FF2B5EF4-FFF2-40B4-BE49-F238E27FC236}">
                <a16:creationId xmlns:a16="http://schemas.microsoft.com/office/drawing/2014/main" id="{2736CC6A-2FA9-E242-A5D0-FCF48179A1F7}"/>
              </a:ext>
            </a:extLst>
          </p:cNvPr>
          <p:cNvSpPr>
            <a:spLocks noGrp="1"/>
          </p:cNvSpPr>
          <p:nvPr>
            <p:ph type="body" sz="quarter" idx="53" hasCustomPrompt="1"/>
          </p:nvPr>
        </p:nvSpPr>
        <p:spPr>
          <a:xfrm>
            <a:off x="479425" y="583079"/>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Tree>
    <p:extLst>
      <p:ext uri="{BB962C8B-B14F-4D97-AF65-F5344CB8AC3E}">
        <p14:creationId xmlns:p14="http://schemas.microsoft.com/office/powerpoint/2010/main" val="281408045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_Content Slide - Half Blue 1">
    <p:spTree>
      <p:nvGrpSpPr>
        <p:cNvPr id="1" name=""/>
        <p:cNvGrpSpPr/>
        <p:nvPr/>
      </p:nvGrpSpPr>
      <p:grpSpPr>
        <a:xfrm>
          <a:off x="0" y="0"/>
          <a:ext cx="0" cy="0"/>
          <a:chOff x="0" y="0"/>
          <a:chExt cx="0" cy="0"/>
        </a:xfrm>
      </p:grpSpPr>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4" name="Rectangle 3">
            <a:extLst>
              <a:ext uri="{FF2B5EF4-FFF2-40B4-BE49-F238E27FC236}">
                <a16:creationId xmlns:a16="http://schemas.microsoft.com/office/drawing/2014/main" id="{613C7420-D1E3-2748-83F1-0C3F1C99A95C}"/>
              </a:ext>
            </a:extLst>
          </p:cNvPr>
          <p:cNvSpPr/>
          <p:nvPr userDrawn="1"/>
        </p:nvSpPr>
        <p:spPr>
          <a:xfrm>
            <a:off x="0" y="4152614"/>
            <a:ext cx="9144000" cy="990885"/>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 Placeholder 7">
            <a:extLst>
              <a:ext uri="{FF2B5EF4-FFF2-40B4-BE49-F238E27FC236}">
                <a16:creationId xmlns:a16="http://schemas.microsoft.com/office/drawing/2014/main" id="{CA23820E-162D-E444-AE76-C4AF2F45B95A}"/>
              </a:ext>
            </a:extLst>
          </p:cNvPr>
          <p:cNvSpPr>
            <a:spLocks noGrp="1"/>
          </p:cNvSpPr>
          <p:nvPr>
            <p:ph type="body" sz="quarter" idx="51" hasCustomPrompt="1"/>
          </p:nvPr>
        </p:nvSpPr>
        <p:spPr>
          <a:xfrm>
            <a:off x="479425" y="4319771"/>
            <a:ext cx="3308350" cy="481299"/>
          </a:xfrm>
        </p:spPr>
        <p:txBody>
          <a:bodyPr lIns="0" tIns="0" rIns="0" bIns="0">
            <a:noAutofit/>
          </a:bodyPr>
          <a:lstStyle>
            <a:lvl1pPr marL="0" indent="0">
              <a:spcBef>
                <a:spcPts val="0"/>
              </a:spcBef>
              <a:buNone/>
              <a:defRPr sz="2800" b="1">
                <a:solidFill>
                  <a:schemeClr val="bg1"/>
                </a:solidFill>
              </a:defRPr>
            </a:lvl1pPr>
          </a:lstStyle>
          <a:p>
            <a:pPr lvl="0"/>
            <a:r>
              <a:rPr lang="en-US"/>
              <a:t>Large important text</a:t>
            </a:r>
          </a:p>
        </p:txBody>
      </p:sp>
      <p:sp>
        <p:nvSpPr>
          <p:cNvPr id="13" name="Text Placeholder 7">
            <a:extLst>
              <a:ext uri="{FF2B5EF4-FFF2-40B4-BE49-F238E27FC236}">
                <a16:creationId xmlns:a16="http://schemas.microsoft.com/office/drawing/2014/main" id="{A8889CC1-1B54-4447-A72C-33A5302A87A9}"/>
              </a:ext>
            </a:extLst>
          </p:cNvPr>
          <p:cNvSpPr>
            <a:spLocks noGrp="1"/>
          </p:cNvSpPr>
          <p:nvPr>
            <p:ph type="body" sz="quarter" idx="52" hasCustomPrompt="1"/>
          </p:nvPr>
        </p:nvSpPr>
        <p:spPr>
          <a:xfrm>
            <a:off x="4104657" y="4319771"/>
            <a:ext cx="4642454" cy="481299"/>
          </a:xfrm>
        </p:spPr>
        <p:txBody>
          <a:bodyPr lIns="0" tIns="73152" rIns="0" bIns="0">
            <a:noAutofit/>
          </a:bodyPr>
          <a:lstStyle>
            <a:lvl1pPr marL="0" indent="0">
              <a:buNone/>
              <a:defRPr sz="2000" b="0">
                <a:solidFill>
                  <a:schemeClr val="bg1"/>
                </a:solidFill>
              </a:defRPr>
            </a:lvl1pPr>
          </a:lstStyle>
          <a:p>
            <a:pPr lvl="0"/>
            <a:r>
              <a:rPr lang="en-US"/>
              <a:t>Supporting body text</a:t>
            </a:r>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bg1"/>
                </a:solidFill>
              </a:rPr>
              <a:t>NREL</a:t>
            </a:r>
            <a:r>
              <a:rPr lang="en-US" sz="800" baseline="0">
                <a:solidFill>
                  <a:schemeClr val="bg1"/>
                </a:solidFill>
              </a:rPr>
              <a:t>    </a:t>
            </a:r>
            <a:r>
              <a:rPr lang="en-US" sz="800">
                <a:solidFill>
                  <a:schemeClr val="bg1"/>
                </a:solidFill>
              </a:rPr>
              <a:t>|    </a:t>
            </a:r>
            <a:fld id="{BFD71CF8-5198-8441-A7C0-DC22FD64CBE4}" type="slidenum">
              <a:rPr lang="en-US" sz="800">
                <a:solidFill>
                  <a:schemeClr val="bg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bg1"/>
              </a:solidFill>
            </a:endParaRPr>
          </a:p>
        </p:txBody>
      </p:sp>
      <p:sp>
        <p:nvSpPr>
          <p:cNvPr id="10" name="Rectangle 9">
            <a:extLst>
              <a:ext uri="{FF2B5EF4-FFF2-40B4-BE49-F238E27FC236}">
                <a16:creationId xmlns:a16="http://schemas.microsoft.com/office/drawing/2014/main" id="{D0F8E801-C21C-E943-9A0D-715C66D645FB}"/>
              </a:ext>
            </a:extLst>
          </p:cNvPr>
          <p:cNvSpPr/>
          <p:nvPr userDrawn="1"/>
        </p:nvSpPr>
        <p:spPr>
          <a:xfrm>
            <a:off x="0" y="0"/>
            <a:ext cx="9144000" cy="4152614"/>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 name="Text Placeholder 7">
            <a:extLst>
              <a:ext uri="{FF2B5EF4-FFF2-40B4-BE49-F238E27FC236}">
                <a16:creationId xmlns:a16="http://schemas.microsoft.com/office/drawing/2014/main" id="{5870EDA1-21F4-9543-B426-B99B5785504E}"/>
              </a:ext>
            </a:extLst>
          </p:cNvPr>
          <p:cNvSpPr>
            <a:spLocks noGrp="1"/>
          </p:cNvSpPr>
          <p:nvPr>
            <p:ph type="body" sz="quarter" idx="53" hasCustomPrompt="1"/>
          </p:nvPr>
        </p:nvSpPr>
        <p:spPr>
          <a:xfrm>
            <a:off x="479425" y="583079"/>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Tree>
    <p:extLst>
      <p:ext uri="{BB962C8B-B14F-4D97-AF65-F5344CB8AC3E}">
        <p14:creationId xmlns:p14="http://schemas.microsoft.com/office/powerpoint/2010/main" val="376979941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3_Content Slide - Half Blue 1">
    <p:spTree>
      <p:nvGrpSpPr>
        <p:cNvPr id="1" name=""/>
        <p:cNvGrpSpPr/>
        <p:nvPr/>
      </p:nvGrpSpPr>
      <p:grpSpPr>
        <a:xfrm>
          <a:off x="0" y="0"/>
          <a:ext cx="0" cy="0"/>
          <a:chOff x="0" y="0"/>
          <a:chExt cx="0" cy="0"/>
        </a:xfrm>
      </p:grpSpPr>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4" name="Rectangle 3">
            <a:extLst>
              <a:ext uri="{FF2B5EF4-FFF2-40B4-BE49-F238E27FC236}">
                <a16:creationId xmlns:a16="http://schemas.microsoft.com/office/drawing/2014/main" id="{613C7420-D1E3-2748-83F1-0C3F1C99A95C}"/>
              </a:ext>
            </a:extLst>
          </p:cNvPr>
          <p:cNvSpPr/>
          <p:nvPr userDrawn="1"/>
        </p:nvSpPr>
        <p:spPr>
          <a:xfrm>
            <a:off x="0" y="4152614"/>
            <a:ext cx="9144000" cy="990885"/>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 Placeholder 7">
            <a:extLst>
              <a:ext uri="{FF2B5EF4-FFF2-40B4-BE49-F238E27FC236}">
                <a16:creationId xmlns:a16="http://schemas.microsoft.com/office/drawing/2014/main" id="{CA23820E-162D-E444-AE76-C4AF2F45B95A}"/>
              </a:ext>
            </a:extLst>
          </p:cNvPr>
          <p:cNvSpPr>
            <a:spLocks noGrp="1"/>
          </p:cNvSpPr>
          <p:nvPr>
            <p:ph type="body" sz="quarter" idx="51" hasCustomPrompt="1"/>
          </p:nvPr>
        </p:nvSpPr>
        <p:spPr>
          <a:xfrm>
            <a:off x="479425" y="4319771"/>
            <a:ext cx="3308350" cy="481299"/>
          </a:xfrm>
        </p:spPr>
        <p:txBody>
          <a:bodyPr lIns="0" tIns="0" rIns="0" bIns="0">
            <a:noAutofit/>
          </a:bodyPr>
          <a:lstStyle>
            <a:lvl1pPr marL="0" indent="0">
              <a:spcBef>
                <a:spcPts val="0"/>
              </a:spcBef>
              <a:buNone/>
              <a:defRPr sz="2800" b="1">
                <a:solidFill>
                  <a:schemeClr val="bg1"/>
                </a:solidFill>
              </a:defRPr>
            </a:lvl1pPr>
          </a:lstStyle>
          <a:p>
            <a:pPr lvl="0"/>
            <a:r>
              <a:rPr lang="en-US"/>
              <a:t>Large important text</a:t>
            </a:r>
          </a:p>
        </p:txBody>
      </p:sp>
      <p:sp>
        <p:nvSpPr>
          <p:cNvPr id="13" name="Text Placeholder 7">
            <a:extLst>
              <a:ext uri="{FF2B5EF4-FFF2-40B4-BE49-F238E27FC236}">
                <a16:creationId xmlns:a16="http://schemas.microsoft.com/office/drawing/2014/main" id="{A8889CC1-1B54-4447-A72C-33A5302A87A9}"/>
              </a:ext>
            </a:extLst>
          </p:cNvPr>
          <p:cNvSpPr>
            <a:spLocks noGrp="1"/>
          </p:cNvSpPr>
          <p:nvPr>
            <p:ph type="body" sz="quarter" idx="52" hasCustomPrompt="1"/>
          </p:nvPr>
        </p:nvSpPr>
        <p:spPr>
          <a:xfrm>
            <a:off x="4104657" y="4319771"/>
            <a:ext cx="4642454" cy="481299"/>
          </a:xfrm>
        </p:spPr>
        <p:txBody>
          <a:bodyPr lIns="0" tIns="73152" rIns="0" bIns="0">
            <a:noAutofit/>
          </a:bodyPr>
          <a:lstStyle>
            <a:lvl1pPr marL="0" indent="0">
              <a:buNone/>
              <a:defRPr sz="2000" b="0">
                <a:solidFill>
                  <a:schemeClr val="bg1"/>
                </a:solidFill>
              </a:defRPr>
            </a:lvl1pPr>
          </a:lstStyle>
          <a:p>
            <a:pPr lvl="0"/>
            <a:r>
              <a:rPr lang="en-US"/>
              <a:t>Supporting body text</a:t>
            </a:r>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bg1"/>
                </a:solidFill>
              </a:rPr>
              <a:t>NREL</a:t>
            </a:r>
            <a:r>
              <a:rPr lang="en-US" sz="800" baseline="0">
                <a:solidFill>
                  <a:schemeClr val="bg1"/>
                </a:solidFill>
              </a:rPr>
              <a:t>    </a:t>
            </a:r>
            <a:r>
              <a:rPr lang="en-US" sz="800">
                <a:solidFill>
                  <a:schemeClr val="bg1"/>
                </a:solidFill>
              </a:rPr>
              <a:t>|    </a:t>
            </a:r>
            <a:fld id="{BFD71CF8-5198-8441-A7C0-DC22FD64CBE4}" type="slidenum">
              <a:rPr lang="en-US" sz="800">
                <a:solidFill>
                  <a:schemeClr val="bg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bg1"/>
              </a:solidFill>
            </a:endParaRPr>
          </a:p>
        </p:txBody>
      </p:sp>
      <p:sp>
        <p:nvSpPr>
          <p:cNvPr id="11" name="Text Placeholder 7">
            <a:extLst>
              <a:ext uri="{FF2B5EF4-FFF2-40B4-BE49-F238E27FC236}">
                <a16:creationId xmlns:a16="http://schemas.microsoft.com/office/drawing/2014/main" id="{5870EDA1-21F4-9543-B426-B99B5785504E}"/>
              </a:ext>
            </a:extLst>
          </p:cNvPr>
          <p:cNvSpPr>
            <a:spLocks noGrp="1"/>
          </p:cNvSpPr>
          <p:nvPr>
            <p:ph type="body" sz="quarter" idx="53" hasCustomPrompt="1"/>
          </p:nvPr>
        </p:nvSpPr>
        <p:spPr>
          <a:xfrm>
            <a:off x="479425" y="583079"/>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Tree>
    <p:extLst>
      <p:ext uri="{BB962C8B-B14F-4D97-AF65-F5344CB8AC3E}">
        <p14:creationId xmlns:p14="http://schemas.microsoft.com/office/powerpoint/2010/main" val="341405768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Content Slide -  Vertical Blue/photo">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2694E0F-43B5-0F46-B097-5F1C5C7C3C69}"/>
              </a:ext>
            </a:extLst>
          </p:cNvPr>
          <p:cNvSpPr>
            <a:spLocks noGrp="1"/>
          </p:cNvSpPr>
          <p:nvPr>
            <p:ph type="pic" sz="quarter" idx="53" hasCustomPrompt="1"/>
          </p:nvPr>
        </p:nvSpPr>
        <p:spPr>
          <a:xfrm>
            <a:off x="3226702" y="0"/>
            <a:ext cx="5917298" cy="5143500"/>
          </a:xfrm>
          <a:solidFill>
            <a:schemeClr val="bg1">
              <a:lumMod val="95000"/>
            </a:schemeClr>
          </a:solidFill>
        </p:spPr>
        <p:txBody>
          <a:bodyPr/>
          <a:lstStyle>
            <a:lvl1pPr marL="0" indent="0" algn="ctr">
              <a:buNone/>
              <a:defRPr/>
            </a:lvl1pPr>
          </a:lstStyle>
          <a:p>
            <a:r>
              <a:rPr lang="en-US"/>
              <a:t>Insert Photo or Graphic</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10" name="Rectangle 9">
            <a:extLst>
              <a:ext uri="{FF2B5EF4-FFF2-40B4-BE49-F238E27FC236}">
                <a16:creationId xmlns:a16="http://schemas.microsoft.com/office/drawing/2014/main" id="{8A832604-F597-CE4C-9045-0EDB4883F306}"/>
              </a:ext>
            </a:extLst>
          </p:cNvPr>
          <p:cNvSpPr/>
          <p:nvPr userDrawn="1"/>
        </p:nvSpPr>
        <p:spPr>
          <a:xfrm>
            <a:off x="0" y="0"/>
            <a:ext cx="3226702"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 Placeholder 7">
            <a:extLst>
              <a:ext uri="{FF2B5EF4-FFF2-40B4-BE49-F238E27FC236}">
                <a16:creationId xmlns:a16="http://schemas.microsoft.com/office/drawing/2014/main" id="{CA23820E-162D-E444-AE76-C4AF2F45B95A}"/>
              </a:ext>
            </a:extLst>
          </p:cNvPr>
          <p:cNvSpPr>
            <a:spLocks noGrp="1"/>
          </p:cNvSpPr>
          <p:nvPr>
            <p:ph type="body" sz="quarter" idx="51" hasCustomPrompt="1"/>
          </p:nvPr>
        </p:nvSpPr>
        <p:spPr>
          <a:xfrm>
            <a:off x="372234" y="505618"/>
            <a:ext cx="2532807" cy="1096963"/>
          </a:xfrm>
        </p:spPr>
        <p:txBody>
          <a:bodyPr lIns="0" tIns="0" rIns="0" bIns="0">
            <a:noAutofit/>
          </a:bodyPr>
          <a:lstStyle>
            <a:lvl1pPr marL="0" indent="0">
              <a:spcBef>
                <a:spcPts val="0"/>
              </a:spcBef>
              <a:buNone/>
              <a:defRPr sz="2400" b="1">
                <a:solidFill>
                  <a:schemeClr val="bg1"/>
                </a:solidFill>
              </a:defRPr>
            </a:lvl1pPr>
          </a:lstStyle>
          <a:p>
            <a:pPr lvl="0"/>
            <a:r>
              <a:rPr lang="en-US"/>
              <a:t>Large important text</a:t>
            </a:r>
          </a:p>
        </p:txBody>
      </p:sp>
      <p:sp>
        <p:nvSpPr>
          <p:cNvPr id="13" name="Text Placeholder 7">
            <a:extLst>
              <a:ext uri="{FF2B5EF4-FFF2-40B4-BE49-F238E27FC236}">
                <a16:creationId xmlns:a16="http://schemas.microsoft.com/office/drawing/2014/main" id="{A8889CC1-1B54-4447-A72C-33A5302A87A9}"/>
              </a:ext>
            </a:extLst>
          </p:cNvPr>
          <p:cNvSpPr>
            <a:spLocks noGrp="1"/>
          </p:cNvSpPr>
          <p:nvPr>
            <p:ph type="body" sz="quarter" idx="52" hasCustomPrompt="1"/>
          </p:nvPr>
        </p:nvSpPr>
        <p:spPr>
          <a:xfrm>
            <a:off x="372234" y="3565927"/>
            <a:ext cx="2532807" cy="1096963"/>
          </a:xfrm>
        </p:spPr>
        <p:txBody>
          <a:bodyPr lIns="0" tIns="0" rIns="0" bIns="0" anchor="b">
            <a:noAutofit/>
          </a:bodyPr>
          <a:lstStyle>
            <a:lvl1pPr marL="0" indent="0">
              <a:buNone/>
              <a:defRPr sz="1800" b="0">
                <a:solidFill>
                  <a:schemeClr val="bg1"/>
                </a:solidFill>
              </a:defRPr>
            </a:lvl1pPr>
          </a:lstStyle>
          <a:p>
            <a:pPr lvl="0"/>
            <a:r>
              <a:rPr lang="en-US"/>
              <a:t>Supporting text</a:t>
            </a:r>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Tree>
    <p:extLst>
      <p:ext uri="{BB962C8B-B14F-4D97-AF65-F5344CB8AC3E}">
        <p14:creationId xmlns:p14="http://schemas.microsoft.com/office/powerpoint/2010/main" val="377114999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4_Content Slide -  Vertical Blue/photo">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2694E0F-43B5-0F46-B097-5F1C5C7C3C69}"/>
              </a:ext>
            </a:extLst>
          </p:cNvPr>
          <p:cNvSpPr>
            <a:spLocks noGrp="1"/>
          </p:cNvSpPr>
          <p:nvPr>
            <p:ph type="pic" sz="quarter" idx="53" hasCustomPrompt="1"/>
          </p:nvPr>
        </p:nvSpPr>
        <p:spPr>
          <a:xfrm>
            <a:off x="1499347" y="0"/>
            <a:ext cx="7644653" cy="5143500"/>
          </a:xfrm>
          <a:solidFill>
            <a:schemeClr val="bg1">
              <a:lumMod val="95000"/>
            </a:schemeClr>
          </a:solidFill>
        </p:spPr>
        <p:txBody>
          <a:bodyPr/>
          <a:lstStyle>
            <a:lvl1pPr marL="0" indent="0" algn="ctr">
              <a:buNone/>
              <a:defRPr/>
            </a:lvl1pPr>
          </a:lstStyle>
          <a:p>
            <a:r>
              <a:rPr lang="en-US"/>
              <a:t>Insert Photo or Graphic</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10" name="Rectangle 9">
            <a:extLst>
              <a:ext uri="{FF2B5EF4-FFF2-40B4-BE49-F238E27FC236}">
                <a16:creationId xmlns:a16="http://schemas.microsoft.com/office/drawing/2014/main" id="{8A832604-F597-CE4C-9045-0EDB4883F306}"/>
              </a:ext>
            </a:extLst>
          </p:cNvPr>
          <p:cNvSpPr/>
          <p:nvPr userDrawn="1"/>
        </p:nvSpPr>
        <p:spPr>
          <a:xfrm>
            <a:off x="-1" y="0"/>
            <a:ext cx="1499616"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 Placeholder 7">
            <a:extLst>
              <a:ext uri="{FF2B5EF4-FFF2-40B4-BE49-F238E27FC236}">
                <a16:creationId xmlns:a16="http://schemas.microsoft.com/office/drawing/2014/main" id="{CA23820E-162D-E444-AE76-C4AF2F45B95A}"/>
              </a:ext>
            </a:extLst>
          </p:cNvPr>
          <p:cNvSpPr>
            <a:spLocks noGrp="1"/>
          </p:cNvSpPr>
          <p:nvPr>
            <p:ph type="body" sz="quarter" idx="51" hasCustomPrompt="1"/>
          </p:nvPr>
        </p:nvSpPr>
        <p:spPr>
          <a:xfrm>
            <a:off x="286048" y="505618"/>
            <a:ext cx="985919" cy="1096963"/>
          </a:xfrm>
        </p:spPr>
        <p:txBody>
          <a:bodyPr lIns="0" tIns="0" rIns="0" bIns="0">
            <a:noAutofit/>
          </a:bodyPr>
          <a:lstStyle>
            <a:lvl1pPr marL="0" indent="0">
              <a:spcBef>
                <a:spcPts val="0"/>
              </a:spcBef>
              <a:buNone/>
              <a:defRPr sz="1800" b="0">
                <a:solidFill>
                  <a:schemeClr val="bg1"/>
                </a:solidFill>
              </a:defRPr>
            </a:lvl1pPr>
          </a:lstStyle>
          <a:p>
            <a:pPr lvl="0"/>
            <a:r>
              <a:rPr lang="en-US"/>
              <a:t>text</a:t>
            </a:r>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Tree>
    <p:extLst>
      <p:ext uri="{BB962C8B-B14F-4D97-AF65-F5344CB8AC3E}">
        <p14:creationId xmlns:p14="http://schemas.microsoft.com/office/powerpoint/2010/main" val="342523171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7_Content Slide -  Vertical Blue/photo">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2694E0F-43B5-0F46-B097-5F1C5C7C3C69}"/>
              </a:ext>
            </a:extLst>
          </p:cNvPr>
          <p:cNvSpPr>
            <a:spLocks noGrp="1"/>
          </p:cNvSpPr>
          <p:nvPr>
            <p:ph type="pic" sz="quarter" idx="53" hasCustomPrompt="1"/>
          </p:nvPr>
        </p:nvSpPr>
        <p:spPr>
          <a:xfrm>
            <a:off x="749807" y="0"/>
            <a:ext cx="8394193" cy="5143500"/>
          </a:xfrm>
          <a:solidFill>
            <a:schemeClr val="bg1">
              <a:lumMod val="95000"/>
            </a:schemeClr>
          </a:solidFill>
        </p:spPr>
        <p:txBody>
          <a:bodyPr/>
          <a:lstStyle>
            <a:lvl1pPr marL="0" indent="0" algn="ctr">
              <a:buNone/>
              <a:defRPr/>
            </a:lvl1pPr>
          </a:lstStyle>
          <a:p>
            <a:r>
              <a:rPr lang="en-US"/>
              <a:t>Insert Photo or Graphic</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10" name="Rectangle 9">
            <a:extLst>
              <a:ext uri="{FF2B5EF4-FFF2-40B4-BE49-F238E27FC236}">
                <a16:creationId xmlns:a16="http://schemas.microsoft.com/office/drawing/2014/main" id="{8A832604-F597-CE4C-9045-0EDB4883F306}"/>
              </a:ext>
            </a:extLst>
          </p:cNvPr>
          <p:cNvSpPr/>
          <p:nvPr userDrawn="1"/>
        </p:nvSpPr>
        <p:spPr>
          <a:xfrm>
            <a:off x="-1" y="0"/>
            <a:ext cx="749808"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Tree>
    <p:extLst>
      <p:ext uri="{BB962C8B-B14F-4D97-AF65-F5344CB8AC3E}">
        <p14:creationId xmlns:p14="http://schemas.microsoft.com/office/powerpoint/2010/main" val="315030192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3_Content Slide -  Vertical Blue/photo">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808AC53-C403-F042-A661-2863C5AB400C}"/>
              </a:ext>
            </a:extLst>
          </p:cNvPr>
          <p:cNvSpPr/>
          <p:nvPr userDrawn="1"/>
        </p:nvSpPr>
        <p:spPr>
          <a:xfrm>
            <a:off x="3226702" y="0"/>
            <a:ext cx="5917298" cy="5143500"/>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10" name="Rectangle 9">
            <a:extLst>
              <a:ext uri="{FF2B5EF4-FFF2-40B4-BE49-F238E27FC236}">
                <a16:creationId xmlns:a16="http://schemas.microsoft.com/office/drawing/2014/main" id="{8A832604-F597-CE4C-9045-0EDB4883F306}"/>
              </a:ext>
            </a:extLst>
          </p:cNvPr>
          <p:cNvSpPr/>
          <p:nvPr userDrawn="1"/>
        </p:nvSpPr>
        <p:spPr>
          <a:xfrm>
            <a:off x="0" y="0"/>
            <a:ext cx="3226702"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 Placeholder 7">
            <a:extLst>
              <a:ext uri="{FF2B5EF4-FFF2-40B4-BE49-F238E27FC236}">
                <a16:creationId xmlns:a16="http://schemas.microsoft.com/office/drawing/2014/main" id="{CA23820E-162D-E444-AE76-C4AF2F45B95A}"/>
              </a:ext>
            </a:extLst>
          </p:cNvPr>
          <p:cNvSpPr>
            <a:spLocks noGrp="1"/>
          </p:cNvSpPr>
          <p:nvPr>
            <p:ph type="body" sz="quarter" idx="51" hasCustomPrompt="1"/>
          </p:nvPr>
        </p:nvSpPr>
        <p:spPr>
          <a:xfrm>
            <a:off x="372234" y="505618"/>
            <a:ext cx="2532807" cy="1096963"/>
          </a:xfrm>
        </p:spPr>
        <p:txBody>
          <a:bodyPr lIns="0" tIns="0" rIns="0" bIns="0">
            <a:noAutofit/>
          </a:bodyPr>
          <a:lstStyle>
            <a:lvl1pPr marL="0" indent="0">
              <a:spcBef>
                <a:spcPts val="0"/>
              </a:spcBef>
              <a:buNone/>
              <a:defRPr sz="2400" b="1">
                <a:solidFill>
                  <a:schemeClr val="bg1"/>
                </a:solidFill>
              </a:defRPr>
            </a:lvl1pPr>
          </a:lstStyle>
          <a:p>
            <a:pPr lvl="0"/>
            <a:r>
              <a:rPr lang="en-US"/>
              <a:t>Large important text</a:t>
            </a:r>
          </a:p>
        </p:txBody>
      </p:sp>
      <p:sp>
        <p:nvSpPr>
          <p:cNvPr id="13" name="Text Placeholder 7">
            <a:extLst>
              <a:ext uri="{FF2B5EF4-FFF2-40B4-BE49-F238E27FC236}">
                <a16:creationId xmlns:a16="http://schemas.microsoft.com/office/drawing/2014/main" id="{A8889CC1-1B54-4447-A72C-33A5302A87A9}"/>
              </a:ext>
            </a:extLst>
          </p:cNvPr>
          <p:cNvSpPr>
            <a:spLocks noGrp="1"/>
          </p:cNvSpPr>
          <p:nvPr>
            <p:ph type="body" sz="quarter" idx="52" hasCustomPrompt="1"/>
          </p:nvPr>
        </p:nvSpPr>
        <p:spPr>
          <a:xfrm>
            <a:off x="372234" y="3565927"/>
            <a:ext cx="2532807" cy="1096963"/>
          </a:xfrm>
        </p:spPr>
        <p:txBody>
          <a:bodyPr lIns="0" tIns="0" rIns="0" bIns="0" anchor="b">
            <a:noAutofit/>
          </a:bodyPr>
          <a:lstStyle>
            <a:lvl1pPr marL="0" indent="0">
              <a:buNone/>
              <a:defRPr sz="1800" b="0">
                <a:solidFill>
                  <a:schemeClr val="bg1"/>
                </a:solidFill>
              </a:defRPr>
            </a:lvl1pPr>
          </a:lstStyle>
          <a:p>
            <a:pPr lvl="0"/>
            <a:r>
              <a:rPr lang="en-US"/>
              <a:t>Supporting text</a:t>
            </a:r>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
        <p:nvSpPr>
          <p:cNvPr id="11" name="Text Placeholder 7">
            <a:extLst>
              <a:ext uri="{FF2B5EF4-FFF2-40B4-BE49-F238E27FC236}">
                <a16:creationId xmlns:a16="http://schemas.microsoft.com/office/drawing/2014/main" id="{63524AE8-F7B5-0E44-8BCA-32443B166DB8}"/>
              </a:ext>
            </a:extLst>
          </p:cNvPr>
          <p:cNvSpPr>
            <a:spLocks noGrp="1"/>
          </p:cNvSpPr>
          <p:nvPr>
            <p:ph type="body" sz="quarter" idx="53" hasCustomPrompt="1"/>
          </p:nvPr>
        </p:nvSpPr>
        <p:spPr>
          <a:xfrm>
            <a:off x="3864124" y="505617"/>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Tree>
    <p:extLst>
      <p:ext uri="{BB962C8B-B14F-4D97-AF65-F5344CB8AC3E}">
        <p14:creationId xmlns:p14="http://schemas.microsoft.com/office/powerpoint/2010/main" val="285094780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5_Content Slide -  Vertical Blue/photo">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808AC53-C403-F042-A661-2863C5AB400C}"/>
              </a:ext>
            </a:extLst>
          </p:cNvPr>
          <p:cNvSpPr/>
          <p:nvPr userDrawn="1"/>
        </p:nvSpPr>
        <p:spPr>
          <a:xfrm>
            <a:off x="1499614" y="0"/>
            <a:ext cx="7644385" cy="5143500"/>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
        <p:nvSpPr>
          <p:cNvPr id="11" name="Text Placeholder 7">
            <a:extLst>
              <a:ext uri="{FF2B5EF4-FFF2-40B4-BE49-F238E27FC236}">
                <a16:creationId xmlns:a16="http://schemas.microsoft.com/office/drawing/2014/main" id="{63524AE8-F7B5-0E44-8BCA-32443B166DB8}"/>
              </a:ext>
            </a:extLst>
          </p:cNvPr>
          <p:cNvSpPr>
            <a:spLocks noGrp="1"/>
          </p:cNvSpPr>
          <p:nvPr>
            <p:ph type="body" sz="quarter" idx="53" hasCustomPrompt="1"/>
          </p:nvPr>
        </p:nvSpPr>
        <p:spPr>
          <a:xfrm>
            <a:off x="2137037" y="505617"/>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
        <p:nvSpPr>
          <p:cNvPr id="12" name="Rectangle 11">
            <a:extLst>
              <a:ext uri="{FF2B5EF4-FFF2-40B4-BE49-F238E27FC236}">
                <a16:creationId xmlns:a16="http://schemas.microsoft.com/office/drawing/2014/main" id="{88E2A80C-EB6E-8C4C-AB43-79FC52672C2F}"/>
              </a:ext>
            </a:extLst>
          </p:cNvPr>
          <p:cNvSpPr/>
          <p:nvPr userDrawn="1"/>
        </p:nvSpPr>
        <p:spPr>
          <a:xfrm>
            <a:off x="-1" y="0"/>
            <a:ext cx="1499616"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4" name="Text Placeholder 7">
            <a:extLst>
              <a:ext uri="{FF2B5EF4-FFF2-40B4-BE49-F238E27FC236}">
                <a16:creationId xmlns:a16="http://schemas.microsoft.com/office/drawing/2014/main" id="{7B2998EE-741E-8640-80ED-7C22B48449F9}"/>
              </a:ext>
            </a:extLst>
          </p:cNvPr>
          <p:cNvSpPr>
            <a:spLocks noGrp="1"/>
          </p:cNvSpPr>
          <p:nvPr>
            <p:ph type="body" sz="quarter" idx="51" hasCustomPrompt="1"/>
          </p:nvPr>
        </p:nvSpPr>
        <p:spPr>
          <a:xfrm>
            <a:off x="286048" y="505618"/>
            <a:ext cx="985919" cy="1096963"/>
          </a:xfrm>
        </p:spPr>
        <p:txBody>
          <a:bodyPr lIns="0" tIns="0" rIns="0" bIns="0">
            <a:noAutofit/>
          </a:bodyPr>
          <a:lstStyle>
            <a:lvl1pPr marL="0" indent="0">
              <a:spcBef>
                <a:spcPts val="0"/>
              </a:spcBef>
              <a:buNone/>
              <a:defRPr sz="1800" b="0">
                <a:solidFill>
                  <a:schemeClr val="bg1"/>
                </a:solidFill>
              </a:defRPr>
            </a:lvl1pPr>
          </a:lstStyle>
          <a:p>
            <a:pPr lvl="0"/>
            <a:r>
              <a:rPr lang="en-US"/>
              <a:t>text</a:t>
            </a:r>
          </a:p>
        </p:txBody>
      </p:sp>
    </p:spTree>
    <p:extLst>
      <p:ext uri="{BB962C8B-B14F-4D97-AF65-F5344CB8AC3E}">
        <p14:creationId xmlns:p14="http://schemas.microsoft.com/office/powerpoint/2010/main" val="69394044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8_Content Slide -  Vertical Blue/photo">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808AC53-C403-F042-A661-2863C5AB400C}"/>
              </a:ext>
            </a:extLst>
          </p:cNvPr>
          <p:cNvSpPr/>
          <p:nvPr userDrawn="1"/>
        </p:nvSpPr>
        <p:spPr>
          <a:xfrm>
            <a:off x="749807" y="0"/>
            <a:ext cx="8394193" cy="5143500"/>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
        <p:nvSpPr>
          <p:cNvPr id="11" name="Text Placeholder 7">
            <a:extLst>
              <a:ext uri="{FF2B5EF4-FFF2-40B4-BE49-F238E27FC236}">
                <a16:creationId xmlns:a16="http://schemas.microsoft.com/office/drawing/2014/main" id="{63524AE8-F7B5-0E44-8BCA-32443B166DB8}"/>
              </a:ext>
            </a:extLst>
          </p:cNvPr>
          <p:cNvSpPr>
            <a:spLocks noGrp="1"/>
          </p:cNvSpPr>
          <p:nvPr>
            <p:ph type="body" sz="quarter" idx="53" hasCustomPrompt="1"/>
          </p:nvPr>
        </p:nvSpPr>
        <p:spPr>
          <a:xfrm>
            <a:off x="1387230" y="505617"/>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
        <p:nvSpPr>
          <p:cNvPr id="8" name="Rectangle 7">
            <a:extLst>
              <a:ext uri="{FF2B5EF4-FFF2-40B4-BE49-F238E27FC236}">
                <a16:creationId xmlns:a16="http://schemas.microsoft.com/office/drawing/2014/main" id="{C6FB4065-B034-894F-B2AD-10DA51A4FF51}"/>
              </a:ext>
            </a:extLst>
          </p:cNvPr>
          <p:cNvSpPr/>
          <p:nvPr userDrawn="1"/>
        </p:nvSpPr>
        <p:spPr>
          <a:xfrm>
            <a:off x="-1" y="0"/>
            <a:ext cx="749808"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2141529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2_Content Slide -  Vertical Blue/photo">
    <p:spTree>
      <p:nvGrpSpPr>
        <p:cNvPr id="1" name=""/>
        <p:cNvGrpSpPr/>
        <p:nvPr/>
      </p:nvGrpSpPr>
      <p:grpSpPr>
        <a:xfrm>
          <a:off x="0" y="0"/>
          <a:ext cx="0" cy="0"/>
          <a:chOff x="0" y="0"/>
          <a:chExt cx="0" cy="0"/>
        </a:xfrm>
      </p:grpSpPr>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10" name="Rectangle 9">
            <a:extLst>
              <a:ext uri="{FF2B5EF4-FFF2-40B4-BE49-F238E27FC236}">
                <a16:creationId xmlns:a16="http://schemas.microsoft.com/office/drawing/2014/main" id="{8A832604-F597-CE4C-9045-0EDB4883F306}"/>
              </a:ext>
            </a:extLst>
          </p:cNvPr>
          <p:cNvSpPr/>
          <p:nvPr userDrawn="1"/>
        </p:nvSpPr>
        <p:spPr>
          <a:xfrm>
            <a:off x="0" y="0"/>
            <a:ext cx="3226702"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 Placeholder 7">
            <a:extLst>
              <a:ext uri="{FF2B5EF4-FFF2-40B4-BE49-F238E27FC236}">
                <a16:creationId xmlns:a16="http://schemas.microsoft.com/office/drawing/2014/main" id="{CA23820E-162D-E444-AE76-C4AF2F45B95A}"/>
              </a:ext>
            </a:extLst>
          </p:cNvPr>
          <p:cNvSpPr>
            <a:spLocks noGrp="1"/>
          </p:cNvSpPr>
          <p:nvPr>
            <p:ph type="body" sz="quarter" idx="51" hasCustomPrompt="1"/>
          </p:nvPr>
        </p:nvSpPr>
        <p:spPr>
          <a:xfrm>
            <a:off x="372234" y="505618"/>
            <a:ext cx="2532807" cy="1096963"/>
          </a:xfrm>
        </p:spPr>
        <p:txBody>
          <a:bodyPr lIns="0" tIns="0" rIns="0" bIns="0">
            <a:noAutofit/>
          </a:bodyPr>
          <a:lstStyle>
            <a:lvl1pPr marL="0" indent="0">
              <a:spcBef>
                <a:spcPts val="0"/>
              </a:spcBef>
              <a:buNone/>
              <a:defRPr sz="2400" b="1">
                <a:solidFill>
                  <a:schemeClr val="bg1"/>
                </a:solidFill>
              </a:defRPr>
            </a:lvl1pPr>
          </a:lstStyle>
          <a:p>
            <a:pPr lvl="0"/>
            <a:r>
              <a:rPr lang="en-US"/>
              <a:t>Large important text</a:t>
            </a:r>
          </a:p>
        </p:txBody>
      </p:sp>
      <p:sp>
        <p:nvSpPr>
          <p:cNvPr id="13" name="Text Placeholder 7">
            <a:extLst>
              <a:ext uri="{FF2B5EF4-FFF2-40B4-BE49-F238E27FC236}">
                <a16:creationId xmlns:a16="http://schemas.microsoft.com/office/drawing/2014/main" id="{A8889CC1-1B54-4447-A72C-33A5302A87A9}"/>
              </a:ext>
            </a:extLst>
          </p:cNvPr>
          <p:cNvSpPr>
            <a:spLocks noGrp="1"/>
          </p:cNvSpPr>
          <p:nvPr>
            <p:ph type="body" sz="quarter" idx="52" hasCustomPrompt="1"/>
          </p:nvPr>
        </p:nvSpPr>
        <p:spPr>
          <a:xfrm>
            <a:off x="372234" y="3565927"/>
            <a:ext cx="2532807" cy="1096963"/>
          </a:xfrm>
        </p:spPr>
        <p:txBody>
          <a:bodyPr lIns="0" tIns="0" rIns="0" bIns="0" anchor="b">
            <a:noAutofit/>
          </a:bodyPr>
          <a:lstStyle>
            <a:lvl1pPr marL="0" indent="0">
              <a:buNone/>
              <a:defRPr sz="1800" b="0">
                <a:solidFill>
                  <a:schemeClr val="bg1"/>
                </a:solidFill>
              </a:defRPr>
            </a:lvl1pPr>
          </a:lstStyle>
          <a:p>
            <a:pPr lvl="0"/>
            <a:r>
              <a:rPr lang="en-US"/>
              <a:t>Supporting text</a:t>
            </a:r>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
        <p:nvSpPr>
          <p:cNvPr id="11" name="Text Placeholder 7">
            <a:extLst>
              <a:ext uri="{FF2B5EF4-FFF2-40B4-BE49-F238E27FC236}">
                <a16:creationId xmlns:a16="http://schemas.microsoft.com/office/drawing/2014/main" id="{9D95246B-679C-0C47-B3E3-F6535A89622F}"/>
              </a:ext>
            </a:extLst>
          </p:cNvPr>
          <p:cNvSpPr>
            <a:spLocks noGrp="1"/>
          </p:cNvSpPr>
          <p:nvPr>
            <p:ph type="body" sz="quarter" idx="53" hasCustomPrompt="1"/>
          </p:nvPr>
        </p:nvSpPr>
        <p:spPr>
          <a:xfrm>
            <a:off x="3864124" y="505617"/>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Tree>
    <p:extLst>
      <p:ext uri="{BB962C8B-B14F-4D97-AF65-F5344CB8AC3E}">
        <p14:creationId xmlns:p14="http://schemas.microsoft.com/office/powerpoint/2010/main" val="223609005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6_Content Slide -  Vertical Blue/photo">
    <p:spTree>
      <p:nvGrpSpPr>
        <p:cNvPr id="1" name=""/>
        <p:cNvGrpSpPr/>
        <p:nvPr/>
      </p:nvGrpSpPr>
      <p:grpSpPr>
        <a:xfrm>
          <a:off x="0" y="0"/>
          <a:ext cx="0" cy="0"/>
          <a:chOff x="0" y="0"/>
          <a:chExt cx="0" cy="0"/>
        </a:xfrm>
      </p:grpSpPr>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
        <p:nvSpPr>
          <p:cNvPr id="11" name="Text Placeholder 7">
            <a:extLst>
              <a:ext uri="{FF2B5EF4-FFF2-40B4-BE49-F238E27FC236}">
                <a16:creationId xmlns:a16="http://schemas.microsoft.com/office/drawing/2014/main" id="{63524AE8-F7B5-0E44-8BCA-32443B166DB8}"/>
              </a:ext>
            </a:extLst>
          </p:cNvPr>
          <p:cNvSpPr>
            <a:spLocks noGrp="1"/>
          </p:cNvSpPr>
          <p:nvPr>
            <p:ph type="body" sz="quarter" idx="53" hasCustomPrompt="1"/>
          </p:nvPr>
        </p:nvSpPr>
        <p:spPr>
          <a:xfrm>
            <a:off x="2137037" y="505617"/>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
        <p:nvSpPr>
          <p:cNvPr id="12" name="Rectangle 11">
            <a:extLst>
              <a:ext uri="{FF2B5EF4-FFF2-40B4-BE49-F238E27FC236}">
                <a16:creationId xmlns:a16="http://schemas.microsoft.com/office/drawing/2014/main" id="{88E2A80C-EB6E-8C4C-AB43-79FC52672C2F}"/>
              </a:ext>
            </a:extLst>
          </p:cNvPr>
          <p:cNvSpPr/>
          <p:nvPr userDrawn="1"/>
        </p:nvSpPr>
        <p:spPr>
          <a:xfrm>
            <a:off x="-1" y="0"/>
            <a:ext cx="1499616"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4" name="Text Placeholder 7">
            <a:extLst>
              <a:ext uri="{FF2B5EF4-FFF2-40B4-BE49-F238E27FC236}">
                <a16:creationId xmlns:a16="http://schemas.microsoft.com/office/drawing/2014/main" id="{7B2998EE-741E-8640-80ED-7C22B48449F9}"/>
              </a:ext>
            </a:extLst>
          </p:cNvPr>
          <p:cNvSpPr>
            <a:spLocks noGrp="1"/>
          </p:cNvSpPr>
          <p:nvPr>
            <p:ph type="body" sz="quarter" idx="51" hasCustomPrompt="1"/>
          </p:nvPr>
        </p:nvSpPr>
        <p:spPr>
          <a:xfrm>
            <a:off x="286048" y="505618"/>
            <a:ext cx="985919" cy="1096963"/>
          </a:xfrm>
        </p:spPr>
        <p:txBody>
          <a:bodyPr lIns="0" tIns="0" rIns="0" bIns="0">
            <a:noAutofit/>
          </a:bodyPr>
          <a:lstStyle>
            <a:lvl1pPr marL="0" indent="0">
              <a:spcBef>
                <a:spcPts val="0"/>
              </a:spcBef>
              <a:buNone/>
              <a:defRPr sz="1800" b="0">
                <a:solidFill>
                  <a:schemeClr val="bg1"/>
                </a:solidFill>
              </a:defRPr>
            </a:lvl1pPr>
          </a:lstStyle>
          <a:p>
            <a:pPr lvl="0"/>
            <a:r>
              <a:rPr lang="en-US"/>
              <a:t>text</a:t>
            </a:r>
          </a:p>
        </p:txBody>
      </p:sp>
    </p:spTree>
    <p:extLst>
      <p:ext uri="{BB962C8B-B14F-4D97-AF65-F5344CB8AC3E}">
        <p14:creationId xmlns:p14="http://schemas.microsoft.com/office/powerpoint/2010/main" val="355488498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9_Content Slide -  Vertical Blue/photo">
    <p:spTree>
      <p:nvGrpSpPr>
        <p:cNvPr id="1" name=""/>
        <p:cNvGrpSpPr/>
        <p:nvPr/>
      </p:nvGrpSpPr>
      <p:grpSpPr>
        <a:xfrm>
          <a:off x="0" y="0"/>
          <a:ext cx="0" cy="0"/>
          <a:chOff x="0" y="0"/>
          <a:chExt cx="0" cy="0"/>
        </a:xfrm>
      </p:grpSpPr>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
        <p:nvSpPr>
          <p:cNvPr id="11" name="Text Placeholder 7">
            <a:extLst>
              <a:ext uri="{FF2B5EF4-FFF2-40B4-BE49-F238E27FC236}">
                <a16:creationId xmlns:a16="http://schemas.microsoft.com/office/drawing/2014/main" id="{63524AE8-F7B5-0E44-8BCA-32443B166DB8}"/>
              </a:ext>
            </a:extLst>
          </p:cNvPr>
          <p:cNvSpPr>
            <a:spLocks noGrp="1"/>
          </p:cNvSpPr>
          <p:nvPr>
            <p:ph type="body" sz="quarter" idx="53" hasCustomPrompt="1"/>
          </p:nvPr>
        </p:nvSpPr>
        <p:spPr>
          <a:xfrm>
            <a:off x="1371600" y="505617"/>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
        <p:nvSpPr>
          <p:cNvPr id="7" name="Rectangle 6">
            <a:extLst>
              <a:ext uri="{FF2B5EF4-FFF2-40B4-BE49-F238E27FC236}">
                <a16:creationId xmlns:a16="http://schemas.microsoft.com/office/drawing/2014/main" id="{CAF46C4D-EA55-834D-A1ED-486FAB3B53C7}"/>
              </a:ext>
            </a:extLst>
          </p:cNvPr>
          <p:cNvSpPr/>
          <p:nvPr userDrawn="1"/>
        </p:nvSpPr>
        <p:spPr>
          <a:xfrm>
            <a:off x="-1" y="0"/>
            <a:ext cx="749808"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6444889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_Content Slide - Vertical Blue/photo/text">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2694E0F-43B5-0F46-B097-5F1C5C7C3C69}"/>
              </a:ext>
            </a:extLst>
          </p:cNvPr>
          <p:cNvSpPr>
            <a:spLocks noGrp="1"/>
          </p:cNvSpPr>
          <p:nvPr>
            <p:ph type="pic" sz="quarter" idx="53" hasCustomPrompt="1"/>
          </p:nvPr>
        </p:nvSpPr>
        <p:spPr>
          <a:xfrm>
            <a:off x="3226702" y="0"/>
            <a:ext cx="5917298" cy="2571750"/>
          </a:xfrm>
          <a:solidFill>
            <a:schemeClr val="bg1"/>
          </a:solidFill>
        </p:spPr>
        <p:txBody>
          <a:bodyPr/>
          <a:lstStyle>
            <a:lvl1pPr marL="0" indent="0" algn="ctr">
              <a:buNone/>
              <a:defRPr/>
            </a:lvl1pPr>
          </a:lstStyle>
          <a:p>
            <a:r>
              <a:rPr lang="en-US"/>
              <a:t>Insert Photo or Graphic</a:t>
            </a:r>
          </a:p>
        </p:txBody>
      </p:sp>
      <p:sp>
        <p:nvSpPr>
          <p:cNvPr id="4" name="Text Placeholder 3">
            <a:extLst>
              <a:ext uri="{FF2B5EF4-FFF2-40B4-BE49-F238E27FC236}">
                <a16:creationId xmlns:a16="http://schemas.microsoft.com/office/drawing/2014/main" id="{EAE79B0C-B592-1249-A48F-44050F3F4380}"/>
              </a:ext>
            </a:extLst>
          </p:cNvPr>
          <p:cNvSpPr>
            <a:spLocks noGrp="1"/>
          </p:cNvSpPr>
          <p:nvPr>
            <p:ph type="body" sz="quarter" idx="54" hasCustomPrompt="1"/>
          </p:nvPr>
        </p:nvSpPr>
        <p:spPr>
          <a:xfrm>
            <a:off x="3226702" y="2571750"/>
            <a:ext cx="5917298" cy="2571750"/>
          </a:xfrm>
          <a:solidFill>
            <a:schemeClr val="bg1">
              <a:lumMod val="95000"/>
            </a:schemeClr>
          </a:solidFill>
          <a:effectLst/>
        </p:spPr>
        <p:txBody>
          <a:bodyPr lIns="365760" tIns="365760" rIns="365760" bIns="640080">
            <a:noAutofit/>
          </a:bodyPr>
          <a:lstStyle>
            <a:lvl1pPr marL="0" indent="0">
              <a:buNone/>
              <a:defRPr sz="1600"/>
            </a:lvl1pPr>
            <a:lvl2pPr>
              <a:defRPr sz="1600"/>
            </a:lvl2pPr>
            <a:lvl3pPr>
              <a:defRPr sz="1600"/>
            </a:lvl3pPr>
            <a:lvl4pPr>
              <a:defRPr sz="1600"/>
            </a:lvl4pPr>
            <a:lvl5pPr>
              <a:defRPr sz="1600"/>
            </a:lvl5pPr>
          </a:lstStyle>
          <a:p>
            <a:pPr lvl="0"/>
            <a:r>
              <a:rPr lang="en-US"/>
              <a:t>Body text</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10" name="Rectangle 9">
            <a:extLst>
              <a:ext uri="{FF2B5EF4-FFF2-40B4-BE49-F238E27FC236}">
                <a16:creationId xmlns:a16="http://schemas.microsoft.com/office/drawing/2014/main" id="{8A832604-F597-CE4C-9045-0EDB4883F306}"/>
              </a:ext>
            </a:extLst>
          </p:cNvPr>
          <p:cNvSpPr/>
          <p:nvPr userDrawn="1"/>
        </p:nvSpPr>
        <p:spPr>
          <a:xfrm>
            <a:off x="0" y="0"/>
            <a:ext cx="3226702"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 Placeholder 7">
            <a:extLst>
              <a:ext uri="{FF2B5EF4-FFF2-40B4-BE49-F238E27FC236}">
                <a16:creationId xmlns:a16="http://schemas.microsoft.com/office/drawing/2014/main" id="{CA23820E-162D-E444-AE76-C4AF2F45B95A}"/>
              </a:ext>
            </a:extLst>
          </p:cNvPr>
          <p:cNvSpPr>
            <a:spLocks noGrp="1"/>
          </p:cNvSpPr>
          <p:nvPr>
            <p:ph type="body" sz="quarter" idx="51" hasCustomPrompt="1"/>
          </p:nvPr>
        </p:nvSpPr>
        <p:spPr>
          <a:xfrm>
            <a:off x="372234" y="505618"/>
            <a:ext cx="2532807" cy="1096963"/>
          </a:xfrm>
        </p:spPr>
        <p:txBody>
          <a:bodyPr lIns="0" tIns="0" rIns="0" bIns="0">
            <a:noAutofit/>
          </a:bodyPr>
          <a:lstStyle>
            <a:lvl1pPr marL="0" indent="0">
              <a:spcBef>
                <a:spcPts val="0"/>
              </a:spcBef>
              <a:buNone/>
              <a:defRPr sz="2400" b="1">
                <a:solidFill>
                  <a:schemeClr val="bg1"/>
                </a:solidFill>
              </a:defRPr>
            </a:lvl1pPr>
          </a:lstStyle>
          <a:p>
            <a:pPr lvl="0"/>
            <a:r>
              <a:rPr lang="en-US"/>
              <a:t>Large important text</a:t>
            </a:r>
          </a:p>
        </p:txBody>
      </p:sp>
      <p:sp>
        <p:nvSpPr>
          <p:cNvPr id="13" name="Text Placeholder 7">
            <a:extLst>
              <a:ext uri="{FF2B5EF4-FFF2-40B4-BE49-F238E27FC236}">
                <a16:creationId xmlns:a16="http://schemas.microsoft.com/office/drawing/2014/main" id="{A8889CC1-1B54-4447-A72C-33A5302A87A9}"/>
              </a:ext>
            </a:extLst>
          </p:cNvPr>
          <p:cNvSpPr>
            <a:spLocks noGrp="1"/>
          </p:cNvSpPr>
          <p:nvPr>
            <p:ph type="body" sz="quarter" idx="52" hasCustomPrompt="1"/>
          </p:nvPr>
        </p:nvSpPr>
        <p:spPr>
          <a:xfrm>
            <a:off x="372234" y="3565927"/>
            <a:ext cx="2532807" cy="1096963"/>
          </a:xfrm>
        </p:spPr>
        <p:txBody>
          <a:bodyPr lIns="0" tIns="0" rIns="0" bIns="0" anchor="b">
            <a:noAutofit/>
          </a:bodyPr>
          <a:lstStyle>
            <a:lvl1pPr marL="0" indent="0">
              <a:buNone/>
              <a:defRPr sz="1800" b="0">
                <a:solidFill>
                  <a:schemeClr val="bg1"/>
                </a:solidFill>
              </a:defRPr>
            </a:lvl1pPr>
          </a:lstStyle>
          <a:p>
            <a:pPr lvl="0"/>
            <a:r>
              <a:rPr lang="en-US"/>
              <a:t>Supporting text</a:t>
            </a:r>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Tree>
    <p:extLst>
      <p:ext uri="{BB962C8B-B14F-4D97-AF65-F5344CB8AC3E}">
        <p14:creationId xmlns:p14="http://schemas.microsoft.com/office/powerpoint/2010/main" val="385911459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3_Content Slide - Vertical Blue/photo/text">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2694E0F-43B5-0F46-B097-5F1C5C7C3C69}"/>
              </a:ext>
            </a:extLst>
          </p:cNvPr>
          <p:cNvSpPr>
            <a:spLocks noGrp="1"/>
          </p:cNvSpPr>
          <p:nvPr>
            <p:ph type="pic" sz="quarter" idx="53" hasCustomPrompt="1"/>
          </p:nvPr>
        </p:nvSpPr>
        <p:spPr>
          <a:xfrm>
            <a:off x="1499615" y="0"/>
            <a:ext cx="7644385" cy="2571750"/>
          </a:xfrm>
          <a:solidFill>
            <a:schemeClr val="bg1"/>
          </a:solidFill>
        </p:spPr>
        <p:txBody>
          <a:bodyPr/>
          <a:lstStyle>
            <a:lvl1pPr marL="0" indent="0" algn="ctr">
              <a:buNone/>
              <a:defRPr/>
            </a:lvl1pPr>
          </a:lstStyle>
          <a:p>
            <a:r>
              <a:rPr lang="en-US"/>
              <a:t>Insert Photo or Graphic</a:t>
            </a:r>
          </a:p>
        </p:txBody>
      </p:sp>
      <p:sp>
        <p:nvSpPr>
          <p:cNvPr id="4" name="Text Placeholder 3">
            <a:extLst>
              <a:ext uri="{FF2B5EF4-FFF2-40B4-BE49-F238E27FC236}">
                <a16:creationId xmlns:a16="http://schemas.microsoft.com/office/drawing/2014/main" id="{EAE79B0C-B592-1249-A48F-44050F3F4380}"/>
              </a:ext>
            </a:extLst>
          </p:cNvPr>
          <p:cNvSpPr>
            <a:spLocks noGrp="1"/>
          </p:cNvSpPr>
          <p:nvPr>
            <p:ph type="body" sz="quarter" idx="54" hasCustomPrompt="1"/>
          </p:nvPr>
        </p:nvSpPr>
        <p:spPr>
          <a:xfrm>
            <a:off x="1499615" y="2571750"/>
            <a:ext cx="7644385" cy="2571750"/>
          </a:xfrm>
          <a:solidFill>
            <a:schemeClr val="bg1">
              <a:lumMod val="95000"/>
            </a:schemeClr>
          </a:solidFill>
          <a:effectLst/>
        </p:spPr>
        <p:txBody>
          <a:bodyPr lIns="365760" tIns="365760" rIns="365760" bIns="640080">
            <a:noAutofit/>
          </a:bodyPr>
          <a:lstStyle>
            <a:lvl1pPr marL="0" indent="0">
              <a:buNone/>
              <a:defRPr sz="1600"/>
            </a:lvl1pPr>
            <a:lvl2pPr>
              <a:defRPr sz="1600"/>
            </a:lvl2pPr>
            <a:lvl3pPr>
              <a:defRPr sz="1600"/>
            </a:lvl3pPr>
            <a:lvl4pPr>
              <a:defRPr sz="1600"/>
            </a:lvl4pPr>
            <a:lvl5pPr>
              <a:defRPr sz="1600"/>
            </a:lvl5pPr>
          </a:lstStyle>
          <a:p>
            <a:pPr lvl="0"/>
            <a:r>
              <a:rPr lang="en-US"/>
              <a:t>Body text</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
        <p:nvSpPr>
          <p:cNvPr id="11" name="Rectangle 10">
            <a:extLst>
              <a:ext uri="{FF2B5EF4-FFF2-40B4-BE49-F238E27FC236}">
                <a16:creationId xmlns:a16="http://schemas.microsoft.com/office/drawing/2014/main" id="{4ABA21AF-1C86-484E-8C81-8214908BC04B}"/>
              </a:ext>
            </a:extLst>
          </p:cNvPr>
          <p:cNvSpPr/>
          <p:nvPr userDrawn="1"/>
        </p:nvSpPr>
        <p:spPr>
          <a:xfrm>
            <a:off x="-1" y="0"/>
            <a:ext cx="1499616"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 name="Text Placeholder 7">
            <a:extLst>
              <a:ext uri="{FF2B5EF4-FFF2-40B4-BE49-F238E27FC236}">
                <a16:creationId xmlns:a16="http://schemas.microsoft.com/office/drawing/2014/main" id="{F6D85388-BAE4-4F43-AA76-E25591032497}"/>
              </a:ext>
            </a:extLst>
          </p:cNvPr>
          <p:cNvSpPr>
            <a:spLocks noGrp="1"/>
          </p:cNvSpPr>
          <p:nvPr>
            <p:ph type="body" sz="quarter" idx="51" hasCustomPrompt="1"/>
          </p:nvPr>
        </p:nvSpPr>
        <p:spPr>
          <a:xfrm>
            <a:off x="286048" y="505618"/>
            <a:ext cx="985919" cy="1096963"/>
          </a:xfrm>
        </p:spPr>
        <p:txBody>
          <a:bodyPr lIns="0" tIns="0" rIns="0" bIns="0">
            <a:noAutofit/>
          </a:bodyPr>
          <a:lstStyle>
            <a:lvl1pPr marL="0" indent="0">
              <a:spcBef>
                <a:spcPts val="0"/>
              </a:spcBef>
              <a:buNone/>
              <a:defRPr sz="1800" b="0">
                <a:solidFill>
                  <a:schemeClr val="bg1"/>
                </a:solidFill>
              </a:defRPr>
            </a:lvl1pPr>
          </a:lstStyle>
          <a:p>
            <a:pPr lvl="0"/>
            <a:r>
              <a:rPr lang="en-US"/>
              <a:t>text</a:t>
            </a:r>
          </a:p>
        </p:txBody>
      </p:sp>
    </p:spTree>
    <p:extLst>
      <p:ext uri="{BB962C8B-B14F-4D97-AF65-F5344CB8AC3E}">
        <p14:creationId xmlns:p14="http://schemas.microsoft.com/office/powerpoint/2010/main" val="362064874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5_Content Slide - Vertical Blue/photo/text">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2694E0F-43B5-0F46-B097-5F1C5C7C3C69}"/>
              </a:ext>
            </a:extLst>
          </p:cNvPr>
          <p:cNvSpPr>
            <a:spLocks noGrp="1"/>
          </p:cNvSpPr>
          <p:nvPr>
            <p:ph type="pic" sz="quarter" idx="53" hasCustomPrompt="1"/>
          </p:nvPr>
        </p:nvSpPr>
        <p:spPr>
          <a:xfrm>
            <a:off x="749807" y="0"/>
            <a:ext cx="8394193" cy="2571750"/>
          </a:xfrm>
          <a:solidFill>
            <a:schemeClr val="bg1"/>
          </a:solidFill>
        </p:spPr>
        <p:txBody>
          <a:bodyPr/>
          <a:lstStyle>
            <a:lvl1pPr marL="0" indent="0" algn="ctr">
              <a:buNone/>
              <a:defRPr/>
            </a:lvl1pPr>
          </a:lstStyle>
          <a:p>
            <a:r>
              <a:rPr lang="en-US"/>
              <a:t>Insert Photo or Graphic</a:t>
            </a:r>
          </a:p>
        </p:txBody>
      </p:sp>
      <p:sp>
        <p:nvSpPr>
          <p:cNvPr id="4" name="Text Placeholder 3">
            <a:extLst>
              <a:ext uri="{FF2B5EF4-FFF2-40B4-BE49-F238E27FC236}">
                <a16:creationId xmlns:a16="http://schemas.microsoft.com/office/drawing/2014/main" id="{EAE79B0C-B592-1249-A48F-44050F3F4380}"/>
              </a:ext>
            </a:extLst>
          </p:cNvPr>
          <p:cNvSpPr>
            <a:spLocks noGrp="1"/>
          </p:cNvSpPr>
          <p:nvPr>
            <p:ph type="body" sz="quarter" idx="54" hasCustomPrompt="1"/>
          </p:nvPr>
        </p:nvSpPr>
        <p:spPr>
          <a:xfrm>
            <a:off x="749807" y="2571750"/>
            <a:ext cx="8394193" cy="2571750"/>
          </a:xfrm>
          <a:solidFill>
            <a:schemeClr val="bg1">
              <a:lumMod val="95000"/>
            </a:schemeClr>
          </a:solidFill>
          <a:effectLst/>
        </p:spPr>
        <p:txBody>
          <a:bodyPr lIns="365760" tIns="365760" rIns="365760" bIns="640080">
            <a:noAutofit/>
          </a:bodyPr>
          <a:lstStyle>
            <a:lvl1pPr marL="0" indent="0">
              <a:buNone/>
              <a:defRPr sz="1600"/>
            </a:lvl1pPr>
            <a:lvl2pPr>
              <a:defRPr sz="1600"/>
            </a:lvl2pPr>
            <a:lvl3pPr>
              <a:defRPr sz="1600"/>
            </a:lvl3pPr>
            <a:lvl4pPr>
              <a:defRPr sz="1600"/>
            </a:lvl4pPr>
            <a:lvl5pPr>
              <a:defRPr sz="1600"/>
            </a:lvl5pPr>
          </a:lstStyle>
          <a:p>
            <a:pPr lvl="0"/>
            <a:r>
              <a:rPr lang="en-US"/>
              <a:t>Body text</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
        <p:nvSpPr>
          <p:cNvPr id="8" name="Rectangle 7">
            <a:extLst>
              <a:ext uri="{FF2B5EF4-FFF2-40B4-BE49-F238E27FC236}">
                <a16:creationId xmlns:a16="http://schemas.microsoft.com/office/drawing/2014/main" id="{199804E5-74BF-BD47-85E5-EA49688872F8}"/>
              </a:ext>
            </a:extLst>
          </p:cNvPr>
          <p:cNvSpPr/>
          <p:nvPr userDrawn="1"/>
        </p:nvSpPr>
        <p:spPr>
          <a:xfrm>
            <a:off x="-1" y="0"/>
            <a:ext cx="749808"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49171191"/>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2_Content Slide - Vertical Blue/photo/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E79B0C-B592-1249-A48F-44050F3F4380}"/>
              </a:ext>
            </a:extLst>
          </p:cNvPr>
          <p:cNvSpPr>
            <a:spLocks noGrp="1"/>
          </p:cNvSpPr>
          <p:nvPr>
            <p:ph type="body" sz="quarter" idx="54" hasCustomPrompt="1"/>
          </p:nvPr>
        </p:nvSpPr>
        <p:spPr>
          <a:xfrm>
            <a:off x="3226702" y="2571750"/>
            <a:ext cx="5917298" cy="2571750"/>
          </a:xfrm>
          <a:solidFill>
            <a:schemeClr val="bg1">
              <a:lumMod val="95000"/>
            </a:schemeClr>
          </a:solidFill>
          <a:effectLst/>
        </p:spPr>
        <p:txBody>
          <a:bodyPr lIns="365760" tIns="365760" rIns="365760" bIns="640080">
            <a:noAutofit/>
          </a:bodyPr>
          <a:lstStyle>
            <a:lvl1pPr marL="0" indent="0">
              <a:buNone/>
              <a:defRPr sz="1600"/>
            </a:lvl1pPr>
            <a:lvl2pPr>
              <a:defRPr sz="1600"/>
            </a:lvl2pPr>
            <a:lvl3pPr>
              <a:defRPr sz="1600"/>
            </a:lvl3pPr>
            <a:lvl4pPr>
              <a:defRPr sz="1600"/>
            </a:lvl4pPr>
            <a:lvl5pPr>
              <a:defRPr sz="1600"/>
            </a:lvl5pPr>
          </a:lstStyle>
          <a:p>
            <a:pPr lvl="0"/>
            <a:r>
              <a:rPr lang="en-US"/>
              <a:t>Body text</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10" name="Rectangle 9">
            <a:extLst>
              <a:ext uri="{FF2B5EF4-FFF2-40B4-BE49-F238E27FC236}">
                <a16:creationId xmlns:a16="http://schemas.microsoft.com/office/drawing/2014/main" id="{8A832604-F597-CE4C-9045-0EDB4883F306}"/>
              </a:ext>
            </a:extLst>
          </p:cNvPr>
          <p:cNvSpPr/>
          <p:nvPr userDrawn="1"/>
        </p:nvSpPr>
        <p:spPr>
          <a:xfrm>
            <a:off x="0" y="0"/>
            <a:ext cx="3226702"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 Placeholder 7">
            <a:extLst>
              <a:ext uri="{FF2B5EF4-FFF2-40B4-BE49-F238E27FC236}">
                <a16:creationId xmlns:a16="http://schemas.microsoft.com/office/drawing/2014/main" id="{CA23820E-162D-E444-AE76-C4AF2F45B95A}"/>
              </a:ext>
            </a:extLst>
          </p:cNvPr>
          <p:cNvSpPr>
            <a:spLocks noGrp="1"/>
          </p:cNvSpPr>
          <p:nvPr>
            <p:ph type="body" sz="quarter" idx="51" hasCustomPrompt="1"/>
          </p:nvPr>
        </p:nvSpPr>
        <p:spPr>
          <a:xfrm>
            <a:off x="372234" y="505618"/>
            <a:ext cx="2532807" cy="1096963"/>
          </a:xfrm>
        </p:spPr>
        <p:txBody>
          <a:bodyPr lIns="0" tIns="0" rIns="0" bIns="0">
            <a:noAutofit/>
          </a:bodyPr>
          <a:lstStyle>
            <a:lvl1pPr marL="0" indent="0">
              <a:spcBef>
                <a:spcPts val="0"/>
              </a:spcBef>
              <a:buNone/>
              <a:defRPr sz="2400" b="1">
                <a:solidFill>
                  <a:schemeClr val="bg1"/>
                </a:solidFill>
              </a:defRPr>
            </a:lvl1pPr>
          </a:lstStyle>
          <a:p>
            <a:pPr lvl="0"/>
            <a:r>
              <a:rPr lang="en-US"/>
              <a:t>Large important text</a:t>
            </a:r>
          </a:p>
        </p:txBody>
      </p:sp>
      <p:sp>
        <p:nvSpPr>
          <p:cNvPr id="13" name="Text Placeholder 7">
            <a:extLst>
              <a:ext uri="{FF2B5EF4-FFF2-40B4-BE49-F238E27FC236}">
                <a16:creationId xmlns:a16="http://schemas.microsoft.com/office/drawing/2014/main" id="{A8889CC1-1B54-4447-A72C-33A5302A87A9}"/>
              </a:ext>
            </a:extLst>
          </p:cNvPr>
          <p:cNvSpPr>
            <a:spLocks noGrp="1"/>
          </p:cNvSpPr>
          <p:nvPr>
            <p:ph type="body" sz="quarter" idx="52" hasCustomPrompt="1"/>
          </p:nvPr>
        </p:nvSpPr>
        <p:spPr>
          <a:xfrm>
            <a:off x="372234" y="3565927"/>
            <a:ext cx="2532807" cy="1096963"/>
          </a:xfrm>
        </p:spPr>
        <p:txBody>
          <a:bodyPr lIns="0" tIns="0" rIns="0" bIns="0" anchor="b">
            <a:noAutofit/>
          </a:bodyPr>
          <a:lstStyle>
            <a:lvl1pPr marL="0" indent="0">
              <a:buNone/>
              <a:defRPr sz="1800" b="0">
                <a:solidFill>
                  <a:schemeClr val="bg1"/>
                </a:solidFill>
              </a:defRPr>
            </a:lvl1pPr>
          </a:lstStyle>
          <a:p>
            <a:pPr lvl="0"/>
            <a:r>
              <a:rPr lang="en-US"/>
              <a:t>Supporting text</a:t>
            </a:r>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
        <p:nvSpPr>
          <p:cNvPr id="11" name="Text Placeholder 7">
            <a:extLst>
              <a:ext uri="{FF2B5EF4-FFF2-40B4-BE49-F238E27FC236}">
                <a16:creationId xmlns:a16="http://schemas.microsoft.com/office/drawing/2014/main" id="{E09C1F55-AA2F-B448-AD00-1949AE58B945}"/>
              </a:ext>
            </a:extLst>
          </p:cNvPr>
          <p:cNvSpPr>
            <a:spLocks noGrp="1"/>
          </p:cNvSpPr>
          <p:nvPr>
            <p:ph type="body" sz="quarter" idx="53" hasCustomPrompt="1"/>
          </p:nvPr>
        </p:nvSpPr>
        <p:spPr>
          <a:xfrm>
            <a:off x="3648971" y="505617"/>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Tree>
    <p:extLst>
      <p:ext uri="{BB962C8B-B14F-4D97-AF65-F5344CB8AC3E}">
        <p14:creationId xmlns:p14="http://schemas.microsoft.com/office/powerpoint/2010/main" val="366657625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4_Content Slide - Vertical Blue/photo/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E79B0C-B592-1249-A48F-44050F3F4380}"/>
              </a:ext>
            </a:extLst>
          </p:cNvPr>
          <p:cNvSpPr>
            <a:spLocks noGrp="1"/>
          </p:cNvSpPr>
          <p:nvPr>
            <p:ph type="body" sz="quarter" idx="54" hasCustomPrompt="1"/>
          </p:nvPr>
        </p:nvSpPr>
        <p:spPr>
          <a:xfrm>
            <a:off x="1499614" y="2571750"/>
            <a:ext cx="7644385" cy="2571750"/>
          </a:xfrm>
          <a:solidFill>
            <a:schemeClr val="bg1">
              <a:lumMod val="95000"/>
            </a:schemeClr>
          </a:solidFill>
          <a:effectLst/>
        </p:spPr>
        <p:txBody>
          <a:bodyPr lIns="365760" tIns="365760" rIns="365760" bIns="640080">
            <a:noAutofit/>
          </a:bodyPr>
          <a:lstStyle>
            <a:lvl1pPr marL="0" indent="0">
              <a:buNone/>
              <a:defRPr sz="1600"/>
            </a:lvl1pPr>
            <a:lvl2pPr>
              <a:defRPr sz="1600"/>
            </a:lvl2pPr>
            <a:lvl3pPr>
              <a:defRPr sz="1600"/>
            </a:lvl3pPr>
            <a:lvl4pPr>
              <a:defRPr sz="1600"/>
            </a:lvl4pPr>
            <a:lvl5pPr>
              <a:defRPr sz="1600"/>
            </a:lvl5pPr>
          </a:lstStyle>
          <a:p>
            <a:pPr lvl="0"/>
            <a:r>
              <a:rPr lang="en-US"/>
              <a:t>Body text</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
        <p:nvSpPr>
          <p:cNvPr id="11" name="Text Placeholder 7">
            <a:extLst>
              <a:ext uri="{FF2B5EF4-FFF2-40B4-BE49-F238E27FC236}">
                <a16:creationId xmlns:a16="http://schemas.microsoft.com/office/drawing/2014/main" id="{E09C1F55-AA2F-B448-AD00-1949AE58B945}"/>
              </a:ext>
            </a:extLst>
          </p:cNvPr>
          <p:cNvSpPr>
            <a:spLocks noGrp="1"/>
          </p:cNvSpPr>
          <p:nvPr>
            <p:ph type="body" sz="quarter" idx="53" hasCustomPrompt="1"/>
          </p:nvPr>
        </p:nvSpPr>
        <p:spPr>
          <a:xfrm>
            <a:off x="1921884" y="505617"/>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
        <p:nvSpPr>
          <p:cNvPr id="12" name="Rectangle 11">
            <a:extLst>
              <a:ext uri="{FF2B5EF4-FFF2-40B4-BE49-F238E27FC236}">
                <a16:creationId xmlns:a16="http://schemas.microsoft.com/office/drawing/2014/main" id="{8FAAD8C3-A811-7F49-ABE6-460F673A0377}"/>
              </a:ext>
            </a:extLst>
          </p:cNvPr>
          <p:cNvSpPr/>
          <p:nvPr userDrawn="1"/>
        </p:nvSpPr>
        <p:spPr>
          <a:xfrm>
            <a:off x="-1" y="0"/>
            <a:ext cx="1499616"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4" name="Text Placeholder 7">
            <a:extLst>
              <a:ext uri="{FF2B5EF4-FFF2-40B4-BE49-F238E27FC236}">
                <a16:creationId xmlns:a16="http://schemas.microsoft.com/office/drawing/2014/main" id="{0B0CD720-AECF-2546-AD56-838BD33350C3}"/>
              </a:ext>
            </a:extLst>
          </p:cNvPr>
          <p:cNvSpPr>
            <a:spLocks noGrp="1"/>
          </p:cNvSpPr>
          <p:nvPr>
            <p:ph type="body" sz="quarter" idx="51" hasCustomPrompt="1"/>
          </p:nvPr>
        </p:nvSpPr>
        <p:spPr>
          <a:xfrm>
            <a:off x="286048" y="505618"/>
            <a:ext cx="985919" cy="1096963"/>
          </a:xfrm>
        </p:spPr>
        <p:txBody>
          <a:bodyPr lIns="0" tIns="0" rIns="0" bIns="0">
            <a:noAutofit/>
          </a:bodyPr>
          <a:lstStyle>
            <a:lvl1pPr marL="0" indent="0">
              <a:spcBef>
                <a:spcPts val="0"/>
              </a:spcBef>
              <a:buNone/>
              <a:defRPr sz="1800" b="0">
                <a:solidFill>
                  <a:schemeClr val="bg1"/>
                </a:solidFill>
              </a:defRPr>
            </a:lvl1pPr>
          </a:lstStyle>
          <a:p>
            <a:pPr lvl="0"/>
            <a:r>
              <a:rPr lang="en-US"/>
              <a:t>text</a:t>
            </a:r>
          </a:p>
        </p:txBody>
      </p:sp>
    </p:spTree>
    <p:extLst>
      <p:ext uri="{BB962C8B-B14F-4D97-AF65-F5344CB8AC3E}">
        <p14:creationId xmlns:p14="http://schemas.microsoft.com/office/powerpoint/2010/main" val="420094200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6_Content Slide - Vertical Blue/photo/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E79B0C-B592-1249-A48F-44050F3F4380}"/>
              </a:ext>
            </a:extLst>
          </p:cNvPr>
          <p:cNvSpPr>
            <a:spLocks noGrp="1"/>
          </p:cNvSpPr>
          <p:nvPr>
            <p:ph type="body" sz="quarter" idx="54" hasCustomPrompt="1"/>
          </p:nvPr>
        </p:nvSpPr>
        <p:spPr>
          <a:xfrm>
            <a:off x="749807" y="2571750"/>
            <a:ext cx="8394193" cy="2571750"/>
          </a:xfrm>
          <a:solidFill>
            <a:schemeClr val="bg1">
              <a:lumMod val="95000"/>
            </a:schemeClr>
          </a:solidFill>
          <a:effectLst/>
        </p:spPr>
        <p:txBody>
          <a:bodyPr lIns="365760" tIns="365760" rIns="365760" bIns="640080">
            <a:noAutofit/>
          </a:bodyPr>
          <a:lstStyle>
            <a:lvl1pPr marL="0" indent="0">
              <a:buNone/>
              <a:defRPr sz="1600"/>
            </a:lvl1pPr>
            <a:lvl2pPr>
              <a:defRPr sz="1600"/>
            </a:lvl2pPr>
            <a:lvl3pPr>
              <a:defRPr sz="1600"/>
            </a:lvl3pPr>
            <a:lvl4pPr>
              <a:defRPr sz="1600"/>
            </a:lvl4pPr>
            <a:lvl5pPr>
              <a:defRPr sz="1600"/>
            </a:lvl5pPr>
          </a:lstStyle>
          <a:p>
            <a:pPr lvl="0"/>
            <a:r>
              <a:rPr lang="en-US"/>
              <a:t>Body text</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
        <p:nvSpPr>
          <p:cNvPr id="11" name="Text Placeholder 7">
            <a:extLst>
              <a:ext uri="{FF2B5EF4-FFF2-40B4-BE49-F238E27FC236}">
                <a16:creationId xmlns:a16="http://schemas.microsoft.com/office/drawing/2014/main" id="{E09C1F55-AA2F-B448-AD00-1949AE58B945}"/>
              </a:ext>
            </a:extLst>
          </p:cNvPr>
          <p:cNvSpPr>
            <a:spLocks noGrp="1"/>
          </p:cNvSpPr>
          <p:nvPr>
            <p:ph type="body" sz="quarter" idx="53" hasCustomPrompt="1"/>
          </p:nvPr>
        </p:nvSpPr>
        <p:spPr>
          <a:xfrm>
            <a:off x="1172077" y="505617"/>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
        <p:nvSpPr>
          <p:cNvPr id="8" name="Rectangle 7">
            <a:extLst>
              <a:ext uri="{FF2B5EF4-FFF2-40B4-BE49-F238E27FC236}">
                <a16:creationId xmlns:a16="http://schemas.microsoft.com/office/drawing/2014/main" id="{D9F44E30-1CE7-304C-AF61-09BD499EEA25}"/>
              </a:ext>
            </a:extLst>
          </p:cNvPr>
          <p:cNvSpPr/>
          <p:nvPr userDrawn="1"/>
        </p:nvSpPr>
        <p:spPr>
          <a:xfrm>
            <a:off x="-1" y="0"/>
            <a:ext cx="749808"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61907426"/>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Photo Slide - Multiple">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a:t>Photo Slide</a:t>
            </a:r>
          </a:p>
        </p:txBody>
      </p:sp>
      <p:sp>
        <p:nvSpPr>
          <p:cNvPr id="3" name="Picture Placeholder 2"/>
          <p:cNvSpPr>
            <a:spLocks noGrp="1"/>
          </p:cNvSpPr>
          <p:nvPr>
            <p:ph type="pic" sz="quarter" idx="21" hasCustomPrompt="1"/>
          </p:nvPr>
        </p:nvSpPr>
        <p:spPr>
          <a:xfrm>
            <a:off x="457200" y="1391881"/>
            <a:ext cx="4123076" cy="2542392"/>
          </a:xfrm>
          <a:prstGeom prst="rect">
            <a:avLst/>
          </a:prstGeom>
          <a:solidFill>
            <a:schemeClr val="bg1">
              <a:lumMod val="85000"/>
            </a:schemeClr>
          </a:solidFill>
        </p:spPr>
        <p:txBody>
          <a:bodyPr vert="horz"/>
          <a:lstStyle>
            <a:lvl1pPr marL="0" marR="0" indent="0" algn="l" defTabSz="457200" rtl="0" eaLnBrk="1" fontAlgn="auto" latinLnBrk="0" hangingPunct="1">
              <a:lnSpc>
                <a:spcPct val="100000"/>
              </a:lnSpc>
              <a:spcBef>
                <a:spcPct val="20000"/>
              </a:spcBef>
              <a:spcAft>
                <a:spcPts val="0"/>
              </a:spcAft>
              <a:buClrTx/>
              <a:buSzTx/>
              <a:buFont typeface="Arial"/>
              <a:buNone/>
              <a:tabLst/>
              <a:defRPr sz="1200"/>
            </a:lvl1pPr>
          </a:lstStyle>
          <a:p>
            <a:r>
              <a:rPr lang="en-US"/>
              <a:t>Insert Photo</a:t>
            </a:r>
          </a:p>
        </p:txBody>
      </p:sp>
      <p:sp>
        <p:nvSpPr>
          <p:cNvPr id="4" name="Text Placeholder 27"/>
          <p:cNvSpPr>
            <a:spLocks noGrp="1"/>
          </p:cNvSpPr>
          <p:nvPr>
            <p:ph type="body" sz="quarter" idx="20" hasCustomPrompt="1"/>
          </p:nvPr>
        </p:nvSpPr>
        <p:spPr>
          <a:xfrm>
            <a:off x="457200" y="4090975"/>
            <a:ext cx="4123076" cy="727263"/>
          </a:xfrm>
          <a:prstGeom prst="rect">
            <a:avLst/>
          </a:prstGeom>
        </p:spPr>
        <p:txBody>
          <a:bodyPr vert="horz" lIns="0" tIns="0" rIns="0" bIns="0" anchor="t" anchorCtr="0"/>
          <a:lstStyle>
            <a:lvl1pPr marL="0" indent="0">
              <a:spcBef>
                <a:spcPts val="1000"/>
              </a:spcBef>
              <a:buFont typeface="Arial"/>
              <a:buNone/>
              <a:defRPr sz="1800" baseline="0"/>
            </a:lvl1pPr>
          </a:lstStyle>
          <a:p>
            <a:pPr lvl="0"/>
            <a:r>
              <a:rPr lang="en-US"/>
              <a:t>Description of the photo/image</a:t>
            </a:r>
          </a:p>
        </p:txBody>
      </p:sp>
      <p:sp>
        <p:nvSpPr>
          <p:cNvPr id="6" name="Picture Placeholder 2"/>
          <p:cNvSpPr>
            <a:spLocks noGrp="1"/>
          </p:cNvSpPr>
          <p:nvPr>
            <p:ph type="pic" sz="quarter" idx="22" hasCustomPrompt="1"/>
          </p:nvPr>
        </p:nvSpPr>
        <p:spPr>
          <a:xfrm>
            <a:off x="4825308" y="182880"/>
            <a:ext cx="3871998" cy="2095512"/>
          </a:xfrm>
          <a:prstGeom prst="rect">
            <a:avLst/>
          </a:prstGeom>
          <a:solidFill>
            <a:schemeClr val="bg1">
              <a:lumMod val="85000"/>
            </a:schemeClr>
          </a:solidFill>
        </p:spPr>
        <p:txBody>
          <a:bodyPr vert="horz"/>
          <a:lstStyle>
            <a:lvl1pPr marL="0" marR="0" indent="0" algn="l" defTabSz="457200" rtl="0" eaLnBrk="1" fontAlgn="auto" latinLnBrk="0" hangingPunct="1">
              <a:lnSpc>
                <a:spcPct val="100000"/>
              </a:lnSpc>
              <a:spcBef>
                <a:spcPct val="20000"/>
              </a:spcBef>
              <a:spcAft>
                <a:spcPts val="0"/>
              </a:spcAft>
              <a:buClrTx/>
              <a:buSzTx/>
              <a:buFont typeface="Arial"/>
              <a:buNone/>
              <a:tabLst/>
              <a:defRPr sz="1200"/>
            </a:lvl1pPr>
          </a:lstStyle>
          <a:p>
            <a:r>
              <a:rPr lang="en-US"/>
              <a:t>Insert Photo</a:t>
            </a:r>
          </a:p>
        </p:txBody>
      </p:sp>
      <p:sp>
        <p:nvSpPr>
          <p:cNvPr id="7" name="Picture Placeholder 2"/>
          <p:cNvSpPr>
            <a:spLocks noGrp="1"/>
          </p:cNvSpPr>
          <p:nvPr>
            <p:ph type="pic" sz="quarter" idx="23" hasCustomPrompt="1"/>
          </p:nvPr>
        </p:nvSpPr>
        <p:spPr>
          <a:xfrm>
            <a:off x="4825308" y="2479946"/>
            <a:ext cx="3871998" cy="2338291"/>
          </a:xfrm>
          <a:prstGeom prst="rect">
            <a:avLst/>
          </a:prstGeom>
          <a:solidFill>
            <a:schemeClr val="bg1">
              <a:lumMod val="85000"/>
            </a:schemeClr>
          </a:solidFill>
        </p:spPr>
        <p:txBody>
          <a:bodyPr vert="horz"/>
          <a:lstStyle>
            <a:lvl1pPr marL="0" marR="0" indent="0" algn="l" defTabSz="457200" rtl="0" eaLnBrk="1" fontAlgn="auto" latinLnBrk="0" hangingPunct="1">
              <a:lnSpc>
                <a:spcPct val="100000"/>
              </a:lnSpc>
              <a:spcBef>
                <a:spcPct val="20000"/>
              </a:spcBef>
              <a:spcAft>
                <a:spcPts val="0"/>
              </a:spcAft>
              <a:buClrTx/>
              <a:buSzTx/>
              <a:buFont typeface="Arial"/>
              <a:buNone/>
              <a:tabLst/>
              <a:defRPr sz="1200"/>
            </a:lvl1pPr>
          </a:lstStyle>
          <a:p>
            <a:r>
              <a:rPr lang="en-US"/>
              <a:t>Insert Photo</a:t>
            </a:r>
          </a:p>
        </p:txBody>
      </p:sp>
      <p:sp>
        <p:nvSpPr>
          <p:cNvPr id="8" name="TextBox 7"/>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Tree>
    <p:extLst>
      <p:ext uri="{BB962C8B-B14F-4D97-AF65-F5344CB8AC3E}">
        <p14:creationId xmlns:p14="http://schemas.microsoft.com/office/powerpoint/2010/main" val="634595494"/>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_End Slide">
    <p:spTree>
      <p:nvGrpSpPr>
        <p:cNvPr id="1" name=""/>
        <p:cNvGrpSpPr/>
        <p:nvPr/>
      </p:nvGrpSpPr>
      <p:grpSpPr>
        <a:xfrm>
          <a:off x="0" y="0"/>
          <a:ext cx="0" cy="0"/>
          <a:chOff x="0" y="0"/>
          <a:chExt cx="0" cy="0"/>
        </a:xfrm>
      </p:grpSpPr>
      <p:sp>
        <p:nvSpPr>
          <p:cNvPr id="3" name="Text Placeholder 7"/>
          <p:cNvSpPr>
            <a:spLocks noGrp="1"/>
          </p:cNvSpPr>
          <p:nvPr>
            <p:ph type="body" sz="quarter" idx="10" hasCustomPrompt="1"/>
          </p:nvPr>
        </p:nvSpPr>
        <p:spPr>
          <a:xfrm>
            <a:off x="3673164" y="410296"/>
            <a:ext cx="4606372" cy="1348326"/>
          </a:xfrm>
        </p:spPr>
        <p:txBody>
          <a:bodyPr anchor="b" anchorCtr="0">
            <a:noAutofit/>
          </a:bodyPr>
          <a:lstStyle>
            <a:lvl1pPr marL="0" indent="0">
              <a:buNone/>
              <a:defRPr sz="4000" baseline="0"/>
            </a:lvl1pPr>
          </a:lstStyle>
          <a:p>
            <a:pPr lvl="0"/>
            <a:r>
              <a:rPr lang="en-US"/>
              <a:t>Q&amp;A or Thank You</a:t>
            </a:r>
          </a:p>
        </p:txBody>
      </p:sp>
      <p:cxnSp>
        <p:nvCxnSpPr>
          <p:cNvPr id="4" name="Straight Connector 3"/>
          <p:cNvCxnSpPr/>
          <p:nvPr userDrawn="1"/>
        </p:nvCxnSpPr>
        <p:spPr>
          <a:xfrm>
            <a:off x="3741647" y="1939062"/>
            <a:ext cx="4955659" cy="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5" name="Text Placeholder 14"/>
          <p:cNvSpPr>
            <a:spLocks noGrp="1"/>
          </p:cNvSpPr>
          <p:nvPr>
            <p:ph type="body" sz="quarter" idx="11" hasCustomPrompt="1"/>
          </p:nvPr>
        </p:nvSpPr>
        <p:spPr>
          <a:xfrm>
            <a:off x="3673071" y="2588317"/>
            <a:ext cx="4607032" cy="336156"/>
          </a:xfrm>
        </p:spPr>
        <p:txBody>
          <a:bodyPr>
            <a:noAutofit/>
          </a:bodyPr>
          <a:lstStyle>
            <a:lvl1pPr marL="0" indent="0">
              <a:spcBef>
                <a:spcPts val="400"/>
              </a:spcBef>
              <a:buNone/>
              <a:defRPr sz="1000" baseline="0"/>
            </a:lvl1pPr>
            <a:lvl2pPr marL="457200" indent="0">
              <a:buNone/>
              <a:defRPr/>
            </a:lvl2pPr>
            <a:lvl3pPr marL="914400" indent="0">
              <a:buNone/>
              <a:defRPr/>
            </a:lvl3pPr>
            <a:lvl4pPr marL="1371600" indent="0">
              <a:buNone/>
              <a:defRPr/>
            </a:lvl4pPr>
            <a:lvl5pPr marL="1828800" indent="0">
              <a:buNone/>
              <a:defRPr/>
            </a:lvl5pPr>
          </a:lstStyle>
          <a:p>
            <a:pPr lvl="0"/>
            <a:r>
              <a:rPr lang="en-US"/>
              <a:t>Publication Number</a:t>
            </a:r>
          </a:p>
        </p:txBody>
      </p:sp>
      <p:sp>
        <p:nvSpPr>
          <p:cNvPr id="9" name="TextBox 8"/>
          <p:cNvSpPr txBox="1"/>
          <p:nvPr userDrawn="1"/>
        </p:nvSpPr>
        <p:spPr>
          <a:xfrm>
            <a:off x="3673167" y="2069602"/>
            <a:ext cx="2116667" cy="353860"/>
          </a:xfrm>
          <a:prstGeom prst="rect">
            <a:avLst/>
          </a:prstGeom>
          <a:solidFill>
            <a:srgbClr val="FFFFFF">
              <a:alpha val="59000"/>
            </a:srgbClr>
          </a:solidFill>
        </p:spPr>
        <p:txBody>
          <a:bodyPr wrap="square" lIns="0" tIns="0" rIns="0" bIns="0" rtlCol="0" anchor="ctr">
            <a:noAutofit/>
          </a:bodyPr>
          <a:lstStyle/>
          <a:p>
            <a:pPr algn="l">
              <a:spcBef>
                <a:spcPts val="1200"/>
              </a:spcBef>
              <a:spcAft>
                <a:spcPts val="600"/>
              </a:spcAft>
            </a:pPr>
            <a:r>
              <a:rPr lang="en-US" b="1">
                <a:solidFill>
                  <a:srgbClr val="333333"/>
                </a:solidFill>
              </a:rPr>
              <a:t>  www.nrel.gov</a:t>
            </a:r>
          </a:p>
        </p:txBody>
      </p:sp>
      <p:pic>
        <p:nvPicPr>
          <p:cNvPr id="6" name="Graphic 5">
            <a:extLst>
              <a:ext uri="{FF2B5EF4-FFF2-40B4-BE49-F238E27FC236}">
                <a16:creationId xmlns:a16="http://schemas.microsoft.com/office/drawing/2014/main" id="{BF13A443-B9EC-D845-B6D9-AB36EFFEC75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6112770" y="4013200"/>
            <a:ext cx="2413000" cy="1130300"/>
          </a:xfrm>
          <a:prstGeom prst="rect">
            <a:avLst/>
          </a:prstGeom>
        </p:spPr>
      </p:pic>
    </p:spTree>
    <p:extLst>
      <p:ext uri="{BB962C8B-B14F-4D97-AF65-F5344CB8AC3E}">
        <p14:creationId xmlns:p14="http://schemas.microsoft.com/office/powerpoint/2010/main" val="194216789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End Slide">
    <p:spTree>
      <p:nvGrpSpPr>
        <p:cNvPr id="1" name=""/>
        <p:cNvGrpSpPr/>
        <p:nvPr/>
      </p:nvGrpSpPr>
      <p:grpSpPr>
        <a:xfrm>
          <a:off x="0" y="0"/>
          <a:ext cx="0" cy="0"/>
          <a:chOff x="0" y="0"/>
          <a:chExt cx="0" cy="0"/>
        </a:xfrm>
      </p:grpSpPr>
      <p:sp>
        <p:nvSpPr>
          <p:cNvPr id="3" name="Text Placeholder 7"/>
          <p:cNvSpPr>
            <a:spLocks noGrp="1"/>
          </p:cNvSpPr>
          <p:nvPr>
            <p:ph type="body" sz="quarter" idx="10" hasCustomPrompt="1"/>
          </p:nvPr>
        </p:nvSpPr>
        <p:spPr>
          <a:xfrm>
            <a:off x="3673164" y="410296"/>
            <a:ext cx="4606372" cy="1348326"/>
          </a:xfrm>
        </p:spPr>
        <p:txBody>
          <a:bodyPr anchor="b" anchorCtr="0">
            <a:noAutofit/>
          </a:bodyPr>
          <a:lstStyle>
            <a:lvl1pPr marL="0" indent="0">
              <a:buNone/>
              <a:defRPr sz="4000" baseline="0"/>
            </a:lvl1pPr>
          </a:lstStyle>
          <a:p>
            <a:pPr lvl="0"/>
            <a:r>
              <a:rPr lang="en-US"/>
              <a:t>Q&amp;A or Thank You</a:t>
            </a:r>
          </a:p>
        </p:txBody>
      </p:sp>
      <p:cxnSp>
        <p:nvCxnSpPr>
          <p:cNvPr id="4" name="Straight Connector 3"/>
          <p:cNvCxnSpPr/>
          <p:nvPr userDrawn="1"/>
        </p:nvCxnSpPr>
        <p:spPr>
          <a:xfrm>
            <a:off x="3741647" y="1939062"/>
            <a:ext cx="4955659" cy="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5" name="Text Placeholder 14"/>
          <p:cNvSpPr>
            <a:spLocks noGrp="1"/>
          </p:cNvSpPr>
          <p:nvPr>
            <p:ph type="body" sz="quarter" idx="11" hasCustomPrompt="1"/>
          </p:nvPr>
        </p:nvSpPr>
        <p:spPr>
          <a:xfrm>
            <a:off x="3673071" y="2588317"/>
            <a:ext cx="4607032" cy="336156"/>
          </a:xfrm>
        </p:spPr>
        <p:txBody>
          <a:bodyPr>
            <a:noAutofit/>
          </a:bodyPr>
          <a:lstStyle>
            <a:lvl1pPr marL="0" indent="0">
              <a:spcBef>
                <a:spcPts val="400"/>
              </a:spcBef>
              <a:buNone/>
              <a:defRPr sz="1000" baseline="0"/>
            </a:lvl1pPr>
            <a:lvl2pPr marL="457200" indent="0">
              <a:buNone/>
              <a:defRPr/>
            </a:lvl2pPr>
            <a:lvl3pPr marL="914400" indent="0">
              <a:buNone/>
              <a:defRPr/>
            </a:lvl3pPr>
            <a:lvl4pPr marL="1371600" indent="0">
              <a:buNone/>
              <a:defRPr/>
            </a:lvl4pPr>
            <a:lvl5pPr marL="1828800" indent="0">
              <a:buNone/>
              <a:defRPr/>
            </a:lvl5pPr>
          </a:lstStyle>
          <a:p>
            <a:pPr lvl="0"/>
            <a:r>
              <a:rPr lang="en-US"/>
              <a:t>Publication Number</a:t>
            </a:r>
          </a:p>
        </p:txBody>
      </p:sp>
      <p:sp>
        <p:nvSpPr>
          <p:cNvPr id="9" name="TextBox 8"/>
          <p:cNvSpPr txBox="1"/>
          <p:nvPr userDrawn="1"/>
        </p:nvSpPr>
        <p:spPr>
          <a:xfrm>
            <a:off x="3673167" y="2069602"/>
            <a:ext cx="2116667" cy="353860"/>
          </a:xfrm>
          <a:prstGeom prst="rect">
            <a:avLst/>
          </a:prstGeom>
          <a:solidFill>
            <a:srgbClr val="FFFFFF">
              <a:alpha val="59000"/>
            </a:srgbClr>
          </a:solidFill>
        </p:spPr>
        <p:txBody>
          <a:bodyPr wrap="square" lIns="0" tIns="0" rIns="0" bIns="0" rtlCol="0" anchor="ctr">
            <a:noAutofit/>
          </a:bodyPr>
          <a:lstStyle/>
          <a:p>
            <a:pPr algn="l">
              <a:spcBef>
                <a:spcPts val="1200"/>
              </a:spcBef>
              <a:spcAft>
                <a:spcPts val="600"/>
              </a:spcAft>
            </a:pPr>
            <a:r>
              <a:rPr lang="en-US" b="1">
                <a:solidFill>
                  <a:srgbClr val="333333"/>
                </a:solidFill>
              </a:rPr>
              <a:t>  www.nrel.gov</a:t>
            </a:r>
          </a:p>
        </p:txBody>
      </p:sp>
      <p:pic>
        <p:nvPicPr>
          <p:cNvPr id="6" name="Graphic 5">
            <a:extLst>
              <a:ext uri="{FF2B5EF4-FFF2-40B4-BE49-F238E27FC236}">
                <a16:creationId xmlns:a16="http://schemas.microsoft.com/office/drawing/2014/main" id="{BF13A443-B9EC-D845-B6D9-AB36EFFEC75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6112770" y="4013200"/>
            <a:ext cx="2413000" cy="1130300"/>
          </a:xfrm>
          <a:prstGeom prst="rect">
            <a:avLst/>
          </a:prstGeom>
        </p:spPr>
      </p:pic>
      <p:sp>
        <p:nvSpPr>
          <p:cNvPr id="7" name="TextBox 6">
            <a:extLst>
              <a:ext uri="{FF2B5EF4-FFF2-40B4-BE49-F238E27FC236}">
                <a16:creationId xmlns:a16="http://schemas.microsoft.com/office/drawing/2014/main" id="{4D25D62E-9C80-6549-866A-CF8A873BF3DE}"/>
              </a:ext>
            </a:extLst>
          </p:cNvPr>
          <p:cNvSpPr txBox="1"/>
          <p:nvPr userDrawn="1"/>
        </p:nvSpPr>
        <p:spPr>
          <a:xfrm>
            <a:off x="107795" y="3835487"/>
            <a:ext cx="5580695" cy="1200329"/>
          </a:xfrm>
          <a:prstGeom prst="rect">
            <a:avLst/>
          </a:prstGeom>
          <a:noFill/>
        </p:spPr>
        <p:txBody>
          <a:bodyPr wrap="square" rtlCol="0">
            <a:spAutoFit/>
          </a:bodyPr>
          <a:lstStyle/>
          <a:p>
            <a:r>
              <a:rPr lang="en-US" sz="900"/>
              <a:t>This work was authored </a:t>
            </a:r>
            <a:r>
              <a:rPr lang="en-US" sz="900">
                <a:solidFill>
                  <a:srgbClr val="FF0000"/>
                </a:solidFill>
              </a:rPr>
              <a:t>[in part]</a:t>
            </a:r>
            <a:r>
              <a:rPr lang="en-US" sz="900"/>
              <a:t> by the National Renewable Energy Laboratory, operated by Alliance for Sustainable Energy, LLC, for the U.S. Department of Energy (DOE) under Contract No. DE-AC36-08GO28308. Funding provided by </a:t>
            </a:r>
            <a:r>
              <a:rPr lang="en-US" sz="900">
                <a:solidFill>
                  <a:srgbClr val="FF0000"/>
                </a:solidFill>
              </a:rPr>
              <a:t>[applicable Department of Energy office and program office, e.g., U.S. Department of Energy Office of Energy Efficiency and Renewable Energy Solar Energy Technologies Office (spell out full office names; do not use initialisms/acronyms)]</a:t>
            </a:r>
            <a:r>
              <a:rPr lang="en-US" sz="900"/>
              <a:t>. The views expressed in the article do not necessarily represent the views of the DOE or the U.S. Government. The U.S. Government retains and the publisher, by accepting the article for publication, acknowledges that the U.S. Government retains a nonexclusive, paid-up, irrevocable, worldwide license to publish or reproduce the published form of this work, or allow others to do so, for U.S. Government purposes.</a:t>
            </a:r>
            <a:endParaRPr lang="en-US" sz="900">
              <a:solidFill>
                <a:schemeClr val="tx1"/>
              </a:solidFill>
            </a:endParaRPr>
          </a:p>
        </p:txBody>
      </p:sp>
      <p:grpSp>
        <p:nvGrpSpPr>
          <p:cNvPr id="8" name="Group 7">
            <a:extLst>
              <a:ext uri="{FF2B5EF4-FFF2-40B4-BE49-F238E27FC236}">
                <a16:creationId xmlns:a16="http://schemas.microsoft.com/office/drawing/2014/main" id="{EF1042E9-C103-A54C-BB93-07B4BA47A9A6}"/>
              </a:ext>
            </a:extLst>
          </p:cNvPr>
          <p:cNvGrpSpPr/>
          <p:nvPr userDrawn="1"/>
        </p:nvGrpSpPr>
        <p:grpSpPr>
          <a:xfrm>
            <a:off x="1160290" y="2923341"/>
            <a:ext cx="1200990" cy="891562"/>
            <a:chOff x="2576623" y="33912667"/>
            <a:chExt cx="2971800" cy="2206133"/>
          </a:xfrm>
        </p:grpSpPr>
        <p:sp>
          <p:nvSpPr>
            <p:cNvPr id="10" name="Rounded Rectangular Callout 9">
              <a:extLst>
                <a:ext uri="{FF2B5EF4-FFF2-40B4-BE49-F238E27FC236}">
                  <a16:creationId xmlns:a16="http://schemas.microsoft.com/office/drawing/2014/main" id="{E992B2AE-3F65-9F4A-9CF6-9647603DC89A}"/>
                </a:ext>
              </a:extLst>
            </p:cNvPr>
            <p:cNvSpPr/>
            <p:nvPr/>
          </p:nvSpPr>
          <p:spPr bwMode="auto">
            <a:xfrm>
              <a:off x="2576623" y="33912667"/>
              <a:ext cx="2971800" cy="2206133"/>
            </a:xfrm>
            <a:prstGeom prst="wedgeRoundRectCallout">
              <a:avLst/>
            </a:prstGeom>
            <a:solidFill>
              <a:schemeClr val="bg1"/>
            </a:solidFill>
            <a:ln w="1270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en-US" sz="2400" b="1" i="1" u="none" strike="noStrike" cap="none" normalizeH="0" baseline="0">
                <a:ln>
                  <a:noFill/>
                </a:ln>
                <a:solidFill>
                  <a:schemeClr val="tx1"/>
                </a:solidFill>
                <a:effectLst/>
                <a:latin typeface="Arial" pitchFamily="-106" charset="0"/>
                <a:ea typeface="ＭＳ Ｐゴシック" pitchFamily="-106" charset="-128"/>
                <a:cs typeface="ＭＳ Ｐゴシック" pitchFamily="-106" charset="-128"/>
              </a:endParaRPr>
            </a:p>
          </p:txBody>
        </p:sp>
        <p:sp>
          <p:nvSpPr>
            <p:cNvPr id="11" name="TextBox 10">
              <a:extLst>
                <a:ext uri="{FF2B5EF4-FFF2-40B4-BE49-F238E27FC236}">
                  <a16:creationId xmlns:a16="http://schemas.microsoft.com/office/drawing/2014/main" id="{50095912-C565-554A-B23A-0162EEF02886}"/>
                </a:ext>
              </a:extLst>
            </p:cNvPr>
            <p:cNvSpPr txBox="1"/>
            <p:nvPr/>
          </p:nvSpPr>
          <p:spPr>
            <a:xfrm>
              <a:off x="2662702" y="34195673"/>
              <a:ext cx="2885721" cy="1789714"/>
            </a:xfrm>
            <a:prstGeom prst="rect">
              <a:avLst/>
            </a:prstGeom>
            <a:noFill/>
          </p:spPr>
          <p:txBody>
            <a:bodyPr wrap="square" rtlCol="0">
              <a:spAutoFit/>
            </a:bodyPr>
            <a:lstStyle/>
            <a:p>
              <a:r>
                <a:rPr lang="en-US" sz="1000">
                  <a:solidFill>
                    <a:srgbClr val="FF0000"/>
                  </a:solidFill>
                </a:rPr>
                <a:t>Insert the words “in part” if this work includes </a:t>
              </a:r>
              <a:br>
                <a:rPr lang="en-US" sz="1000">
                  <a:solidFill>
                    <a:srgbClr val="FF0000"/>
                  </a:solidFill>
                </a:rPr>
              </a:br>
              <a:r>
                <a:rPr lang="en-US" sz="1000">
                  <a:solidFill>
                    <a:srgbClr val="FF0000"/>
                  </a:solidFill>
                </a:rPr>
                <a:t>non-NREL authors.</a:t>
              </a:r>
            </a:p>
            <a:p>
              <a:pPr algn="l"/>
              <a:r>
                <a:rPr lang="en-US" sz="100">
                  <a:solidFill>
                    <a:srgbClr val="FF0000"/>
                  </a:solidFill>
                </a:rPr>
                <a:t>.</a:t>
              </a:r>
            </a:p>
          </p:txBody>
        </p:sp>
      </p:grpSp>
      <p:grpSp>
        <p:nvGrpSpPr>
          <p:cNvPr id="12" name="Group 11">
            <a:extLst>
              <a:ext uri="{FF2B5EF4-FFF2-40B4-BE49-F238E27FC236}">
                <a16:creationId xmlns:a16="http://schemas.microsoft.com/office/drawing/2014/main" id="{459BF0D5-6437-5C45-BCE8-E796DD25A9F5}"/>
              </a:ext>
            </a:extLst>
          </p:cNvPr>
          <p:cNvGrpSpPr/>
          <p:nvPr userDrawn="1"/>
        </p:nvGrpSpPr>
        <p:grpSpPr>
          <a:xfrm>
            <a:off x="3413774" y="2835776"/>
            <a:ext cx="2316254" cy="1215855"/>
            <a:chOff x="-183051" y="33227554"/>
            <a:chExt cx="5731474" cy="3039310"/>
          </a:xfrm>
          <a:solidFill>
            <a:schemeClr val="bg1">
              <a:alpha val="38000"/>
            </a:schemeClr>
          </a:solidFill>
        </p:grpSpPr>
        <p:sp>
          <p:nvSpPr>
            <p:cNvPr id="13" name="Rounded Rectangular Callout 12">
              <a:extLst>
                <a:ext uri="{FF2B5EF4-FFF2-40B4-BE49-F238E27FC236}">
                  <a16:creationId xmlns:a16="http://schemas.microsoft.com/office/drawing/2014/main" id="{993AE333-8181-7B4E-A36B-01F4F72B5AC8}"/>
                </a:ext>
              </a:extLst>
            </p:cNvPr>
            <p:cNvSpPr/>
            <p:nvPr/>
          </p:nvSpPr>
          <p:spPr bwMode="auto">
            <a:xfrm>
              <a:off x="-183051" y="33227554"/>
              <a:ext cx="5731474" cy="3039310"/>
            </a:xfrm>
            <a:prstGeom prst="wedgeRoundRectCallout">
              <a:avLst/>
            </a:prstGeom>
            <a:solidFill>
              <a:schemeClr val="bg1">
                <a:alpha val="81000"/>
              </a:schemeClr>
            </a:solidFill>
            <a:ln w="1270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en-US" sz="2400" b="1" i="1" u="none" strike="noStrike" cap="none" normalizeH="0" baseline="0">
                <a:ln>
                  <a:noFill/>
                </a:ln>
                <a:solidFill>
                  <a:schemeClr val="tx1"/>
                </a:solidFill>
                <a:effectLst/>
                <a:latin typeface="Arial" pitchFamily="-106" charset="0"/>
                <a:ea typeface="ＭＳ Ｐゴシック" pitchFamily="-106" charset="-128"/>
                <a:cs typeface="ＭＳ Ｐゴシック" pitchFamily="-106" charset="-128"/>
              </a:endParaRPr>
            </a:p>
          </p:txBody>
        </p:sp>
        <p:sp>
          <p:nvSpPr>
            <p:cNvPr id="14" name="TextBox 13">
              <a:extLst>
                <a:ext uri="{FF2B5EF4-FFF2-40B4-BE49-F238E27FC236}">
                  <a16:creationId xmlns:a16="http://schemas.microsoft.com/office/drawing/2014/main" id="{BFE1391B-DFC1-8D43-9278-AEF2B02003B1}"/>
                </a:ext>
              </a:extLst>
            </p:cNvPr>
            <p:cNvSpPr txBox="1"/>
            <p:nvPr/>
          </p:nvSpPr>
          <p:spPr>
            <a:xfrm>
              <a:off x="29149" y="33394988"/>
              <a:ext cx="5307072" cy="2627452"/>
            </a:xfrm>
            <a:prstGeom prst="rect">
              <a:avLst/>
            </a:prstGeom>
            <a:grpFill/>
          </p:spPr>
          <p:txBody>
            <a:bodyPr wrap="square" rtlCol="0">
              <a:spAutoFit/>
            </a:bodyPr>
            <a:lstStyle/>
            <a:p>
              <a:r>
                <a:rPr lang="en-US" sz="900">
                  <a:solidFill>
                    <a:srgbClr val="FF0000"/>
                  </a:solidFill>
                </a:rPr>
                <a:t>Edit the red bracketed text as appropriate with the applicable DOE office(s) and program office(s) that sponsored the work and/or add other funding as needed.  For non-EERE funding, see </a:t>
              </a:r>
              <a:r>
                <a:rPr lang="en-US" sz="900" u="sng">
                  <a:solidFill>
                    <a:srgbClr val="FF0000"/>
                  </a:solidFill>
                  <a:hlinkClick r:id="rId4"/>
                </a:rPr>
                <a:t>https://thesource.nrel.gov/publishing/disclaimers.html</a:t>
              </a:r>
              <a:endParaRPr lang="en-US" sz="200" i="0">
                <a:solidFill>
                  <a:srgbClr val="FF0000"/>
                </a:solidFill>
              </a:endParaRPr>
            </a:p>
          </p:txBody>
        </p:sp>
      </p:grpSp>
    </p:spTree>
    <p:extLst>
      <p:ext uri="{BB962C8B-B14F-4D97-AF65-F5344CB8AC3E}">
        <p14:creationId xmlns:p14="http://schemas.microsoft.com/office/powerpoint/2010/main" val="1124723151"/>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95508A-0A52-4BE0-9C47-88A597CFC06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07D046F-63A5-4F2E-8A7F-A238A043D05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41C22BB-3EB0-4B1D-B3AB-DC47D7EA4F43}"/>
              </a:ext>
            </a:extLst>
          </p:cNvPr>
          <p:cNvSpPr>
            <a:spLocks noGrp="1"/>
          </p:cNvSpPr>
          <p:nvPr>
            <p:ph type="dt" sz="half" idx="10"/>
          </p:nvPr>
        </p:nvSpPr>
        <p:spPr/>
        <p:txBody>
          <a:bodyPr/>
          <a:lstStyle/>
          <a:p>
            <a:fld id="{FD72C916-A1AF-4DFB-8AC4-CAE881AE17CD}" type="datetimeFigureOut">
              <a:rPr lang="en-US" smtClean="0"/>
              <a:t>9/11/24</a:t>
            </a:fld>
            <a:endParaRPr lang="en-US"/>
          </a:p>
        </p:txBody>
      </p:sp>
      <p:sp>
        <p:nvSpPr>
          <p:cNvPr id="5" name="Footer Placeholder 4">
            <a:extLst>
              <a:ext uri="{FF2B5EF4-FFF2-40B4-BE49-F238E27FC236}">
                <a16:creationId xmlns:a16="http://schemas.microsoft.com/office/drawing/2014/main" id="{289ECA7D-D451-4C5E-90E5-34DC51913A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68C854C-F264-48A0-BB3D-D824586336C7}"/>
              </a:ext>
            </a:extLst>
          </p:cNvPr>
          <p:cNvSpPr>
            <a:spLocks noGrp="1"/>
          </p:cNvSpPr>
          <p:nvPr>
            <p:ph type="sldNum" sz="quarter" idx="12"/>
          </p:nvPr>
        </p:nvSpPr>
        <p:spPr/>
        <p:txBody>
          <a:bodyPr/>
          <a:lstStyle/>
          <a:p>
            <a:fld id="{01733103-9839-4784-949E-6E2671FFE2F8}" type="slidenum">
              <a:rPr lang="en-US" smtClean="0"/>
              <a:t>‹#›</a:t>
            </a:fld>
            <a:endParaRPr lang="en-US"/>
          </a:p>
        </p:txBody>
      </p:sp>
    </p:spTree>
    <p:extLst>
      <p:ext uri="{BB962C8B-B14F-4D97-AF65-F5344CB8AC3E}">
        <p14:creationId xmlns:p14="http://schemas.microsoft.com/office/powerpoint/2010/main" val="51968930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7_Title Slide">
    <p:spTree>
      <p:nvGrpSpPr>
        <p:cNvPr id="1" name=""/>
        <p:cNvGrpSpPr/>
        <p:nvPr/>
      </p:nvGrpSpPr>
      <p:grpSpPr>
        <a:xfrm>
          <a:off x="0" y="0"/>
          <a:ext cx="0" cy="0"/>
          <a:chOff x="0" y="0"/>
          <a:chExt cx="0" cy="0"/>
        </a:xfrm>
      </p:grpSpPr>
      <p:sp>
        <p:nvSpPr>
          <p:cNvPr id="9" name="Text Placeholder 8"/>
          <p:cNvSpPr>
            <a:spLocks noGrp="1"/>
          </p:cNvSpPr>
          <p:nvPr>
            <p:ph type="body" sz="quarter" idx="10" hasCustomPrompt="1"/>
          </p:nvPr>
        </p:nvSpPr>
        <p:spPr>
          <a:xfrm>
            <a:off x="457200" y="2148571"/>
            <a:ext cx="8120063" cy="536572"/>
          </a:xfrm>
        </p:spPr>
        <p:txBody>
          <a:bodyPr/>
          <a:lstStyle>
            <a:lvl1pPr marL="0" indent="0" algn="ctr">
              <a:buNone/>
              <a:defRPr baseline="0"/>
            </a:lvl1pPr>
          </a:lstStyle>
          <a:p>
            <a:pPr lvl="0"/>
            <a:r>
              <a:rPr lang="en-US"/>
              <a:t>Blank Slide for Any Content</a:t>
            </a:r>
          </a:p>
        </p:txBody>
      </p:sp>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Tree>
    <p:extLst>
      <p:ext uri="{BB962C8B-B14F-4D97-AF65-F5344CB8AC3E}">
        <p14:creationId xmlns:p14="http://schemas.microsoft.com/office/powerpoint/2010/main" val="68581214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userDrawn="1">
  <p:cSld name="4_Title Slide">
    <p:spTree>
      <p:nvGrpSpPr>
        <p:cNvPr id="1" name=""/>
        <p:cNvGrpSpPr/>
        <p:nvPr/>
      </p:nvGrpSpPr>
      <p:grpSpPr>
        <a:xfrm>
          <a:off x="0" y="0"/>
          <a:ext cx="0" cy="0"/>
          <a:chOff x="0" y="0"/>
          <a:chExt cx="0" cy="0"/>
        </a:xfrm>
      </p:grpSpPr>
      <p:sp>
        <p:nvSpPr>
          <p:cNvPr id="4" name="Title 3"/>
          <p:cNvSpPr>
            <a:spLocks noGrp="1"/>
          </p:cNvSpPr>
          <p:nvPr>
            <p:ph type="title" hasCustomPrompt="1"/>
          </p:nvPr>
        </p:nvSpPr>
        <p:spPr>
          <a:xfrm>
            <a:off x="457199" y="1"/>
            <a:ext cx="8236857" cy="776514"/>
          </a:xfrm>
        </p:spPr>
        <p:txBody>
          <a:bodyPr/>
          <a:lstStyle/>
          <a:p>
            <a:r>
              <a:rPr lang="en-US"/>
              <a:t>Simple Slide</a:t>
            </a:r>
          </a:p>
        </p:txBody>
      </p:sp>
      <p:sp>
        <p:nvSpPr>
          <p:cNvPr id="5" name="TextBox 4"/>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Tree>
    <p:extLst>
      <p:ext uri="{BB962C8B-B14F-4D97-AF65-F5344CB8AC3E}">
        <p14:creationId xmlns:p14="http://schemas.microsoft.com/office/powerpoint/2010/main" val="3704665893"/>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0"/>
            <a:ext cx="4123076" cy="1200151"/>
          </a:xfrm>
          <a:prstGeom prst="rect">
            <a:avLst/>
          </a:prstGeom>
          <a:solidFill>
            <a:schemeClr val="accent1"/>
          </a:solidFill>
        </p:spPr>
        <p:txBody>
          <a:bodyPr vert="horz" lIns="91440" tIns="45720" rIns="91440" bIns="45720" rtlCol="0" anchor="ctr">
            <a:noAutofit/>
          </a:bodyPr>
          <a:lstStyle/>
          <a:p>
            <a:r>
              <a:rPr lang="en-US"/>
              <a:t>Click to edit Master </a:t>
            </a:r>
            <a:br>
              <a:rPr lang="en-US"/>
            </a:br>
            <a:r>
              <a:rPr lang="en-US"/>
              <a:t>title style</a:t>
            </a:r>
          </a:p>
        </p:txBody>
      </p:sp>
      <p:sp>
        <p:nvSpPr>
          <p:cNvPr id="3" name="Text Placeholder 2"/>
          <p:cNvSpPr>
            <a:spLocks noGrp="1"/>
          </p:cNvSpPr>
          <p:nvPr>
            <p:ph type="body" idx="1"/>
          </p:nvPr>
        </p:nvSpPr>
        <p:spPr>
          <a:xfrm>
            <a:off x="457200" y="1330267"/>
            <a:ext cx="8229600" cy="326435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6564829"/>
      </p:ext>
    </p:extLst>
  </p:cSld>
  <p:clrMap bg1="lt1" tx1="dk1" bg2="lt2" tx2="dk2" accent1="accent1" accent2="accent2" accent3="accent3" accent4="accent4" accent5="accent5" accent6="accent6" hlink="hlink" folHlink="folHlink"/>
  <p:sldLayoutIdLst>
    <p:sldLayoutId id="2147483674" r:id="rId1"/>
    <p:sldLayoutId id="2147483649" r:id="rId2"/>
    <p:sldLayoutId id="2147483651" r:id="rId3"/>
    <p:sldLayoutId id="2147483675" r:id="rId4"/>
    <p:sldLayoutId id="2147483711" r:id="rId5"/>
    <p:sldLayoutId id="2147483654" r:id="rId6"/>
    <p:sldLayoutId id="2147483655" r:id="rId7"/>
    <p:sldLayoutId id="2147483653" r:id="rId8"/>
    <p:sldLayoutId id="2147483707" r:id="rId9"/>
    <p:sldLayoutId id="2147483708" r:id="rId10"/>
    <p:sldLayoutId id="2147483656" r:id="rId11"/>
    <p:sldLayoutId id="2147483657" r:id="rId12"/>
    <p:sldLayoutId id="2147483689" r:id="rId13"/>
    <p:sldLayoutId id="2147483690" r:id="rId14"/>
    <p:sldLayoutId id="2147483691" r:id="rId15"/>
    <p:sldLayoutId id="2147483692" r:id="rId16"/>
    <p:sldLayoutId id="2147483693" r:id="rId17"/>
    <p:sldLayoutId id="2147483694" r:id="rId18"/>
    <p:sldLayoutId id="2147483695" r:id="rId19"/>
    <p:sldLayoutId id="2147483666" r:id="rId20"/>
    <p:sldLayoutId id="2147483667" r:id="rId21"/>
    <p:sldLayoutId id="2147483665" r:id="rId22"/>
    <p:sldLayoutId id="2147483668" r:id="rId23"/>
    <p:sldLayoutId id="2147483669" r:id="rId24"/>
    <p:sldLayoutId id="2147483670" r:id="rId25"/>
    <p:sldLayoutId id="2147483671" r:id="rId26"/>
    <p:sldLayoutId id="2147483676" r:id="rId27"/>
    <p:sldLayoutId id="2147483681" r:id="rId28"/>
    <p:sldLayoutId id="2147483682" r:id="rId29"/>
    <p:sldLayoutId id="2147483687" r:id="rId30"/>
    <p:sldLayoutId id="2147483688" r:id="rId31"/>
    <p:sldLayoutId id="2147483678" r:id="rId32"/>
    <p:sldLayoutId id="2147483683" r:id="rId33"/>
    <p:sldLayoutId id="2147483702" r:id="rId34"/>
    <p:sldLayoutId id="2147483684" r:id="rId35"/>
    <p:sldLayoutId id="2147483698" r:id="rId36"/>
    <p:sldLayoutId id="2147483703" r:id="rId37"/>
    <p:sldLayoutId id="2147483685" r:id="rId38"/>
    <p:sldLayoutId id="2147483699" r:id="rId39"/>
    <p:sldLayoutId id="2147483704" r:id="rId40"/>
    <p:sldLayoutId id="2147483680" r:id="rId41"/>
    <p:sldLayoutId id="2147483700" r:id="rId42"/>
    <p:sldLayoutId id="2147483705" r:id="rId43"/>
    <p:sldLayoutId id="2147483686" r:id="rId44"/>
    <p:sldLayoutId id="2147483701" r:id="rId45"/>
    <p:sldLayoutId id="2147483706" r:id="rId46"/>
    <p:sldLayoutId id="2147483672" r:id="rId47"/>
    <p:sldLayoutId id="2147483696" r:id="rId48"/>
    <p:sldLayoutId id="2147483673" r:id="rId49"/>
    <p:sldLayoutId id="2147483712" r:id="rId50"/>
    <p:sldLayoutId id="2147483713" r:id="rId51"/>
    <p:sldLayoutId id="2147483714" r:id="rId52"/>
  </p:sldLayoutIdLst>
  <p:txStyles>
    <p:titleStyle>
      <a:lvl1pPr marL="0" algn="ctr" defTabSz="457200" rtl="0" eaLnBrk="1" latinLnBrk="0" hangingPunct="1">
        <a:lnSpc>
          <a:spcPts val="2800"/>
        </a:lnSpc>
        <a:spcBef>
          <a:spcPct val="0"/>
        </a:spcBef>
        <a:buNone/>
        <a:defRPr sz="3000" kern="1200" spc="0">
          <a:solidFill>
            <a:schemeClr val="bg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4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4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2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8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hyperlink" Target="https://dev.meteostat.net/" TargetMode="External"/><Relationship Id="rId2" Type="http://schemas.openxmlformats.org/officeDocument/2006/relationships/notesSlide" Target="../notesSlides/notesSlide4.xml"/><Relationship Id="rId1" Type="http://schemas.openxmlformats.org/officeDocument/2006/relationships/slideLayout" Target="../slideLayouts/slideLayout9.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p:txBody>
          <a:bodyPr/>
          <a:lstStyle/>
          <a:p>
            <a:r>
              <a:rPr lang="en-US" dirty="0" err="1"/>
              <a:t>EPWgen</a:t>
            </a:r>
            <a:endParaRPr lang="en-US" dirty="0"/>
          </a:p>
        </p:txBody>
      </p:sp>
      <p:sp>
        <p:nvSpPr>
          <p:cNvPr id="5" name="Text Placeholder 4"/>
          <p:cNvSpPr>
            <a:spLocks noGrp="1"/>
          </p:cNvSpPr>
          <p:nvPr>
            <p:ph type="body" sz="quarter" idx="11"/>
          </p:nvPr>
        </p:nvSpPr>
        <p:spPr/>
        <p:txBody>
          <a:bodyPr/>
          <a:lstStyle/>
          <a:p>
            <a:r>
              <a:rPr lang="en-US" dirty="0"/>
              <a:t>Carlo Bianchi</a:t>
            </a:r>
          </a:p>
          <a:p>
            <a:r>
              <a:rPr lang="en-US" dirty="0"/>
              <a:t>09/12/2024</a:t>
            </a:r>
          </a:p>
        </p:txBody>
      </p:sp>
    </p:spTree>
    <p:extLst>
      <p:ext uri="{BB962C8B-B14F-4D97-AF65-F5344CB8AC3E}">
        <p14:creationId xmlns:p14="http://schemas.microsoft.com/office/powerpoint/2010/main" val="34169419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EA937-8FB4-D64B-A32F-8C8E9585D726}"/>
              </a:ext>
            </a:extLst>
          </p:cNvPr>
          <p:cNvSpPr>
            <a:spLocks noGrp="1"/>
          </p:cNvSpPr>
          <p:nvPr>
            <p:ph type="title"/>
          </p:nvPr>
        </p:nvSpPr>
        <p:spPr/>
        <p:txBody>
          <a:bodyPr/>
          <a:lstStyle/>
          <a:p>
            <a:r>
              <a:rPr lang="en-US" dirty="0"/>
              <a:t>Issues with previous version</a:t>
            </a:r>
          </a:p>
        </p:txBody>
      </p:sp>
      <p:sp>
        <p:nvSpPr>
          <p:cNvPr id="3" name="Text Placeholder 2">
            <a:extLst>
              <a:ext uri="{FF2B5EF4-FFF2-40B4-BE49-F238E27FC236}">
                <a16:creationId xmlns:a16="http://schemas.microsoft.com/office/drawing/2014/main" id="{BA218ECB-6ED6-074F-B055-16DB8DB3D2D4}"/>
              </a:ext>
            </a:extLst>
          </p:cNvPr>
          <p:cNvSpPr>
            <a:spLocks noGrp="1"/>
          </p:cNvSpPr>
          <p:nvPr>
            <p:ph type="body" sz="quarter" idx="10"/>
          </p:nvPr>
        </p:nvSpPr>
        <p:spPr>
          <a:xfrm>
            <a:off x="152400" y="1116619"/>
            <a:ext cx="5167184" cy="3644851"/>
          </a:xfrm>
        </p:spPr>
        <p:txBody>
          <a:bodyPr>
            <a:normAutofit/>
          </a:bodyPr>
          <a:lstStyle/>
          <a:p>
            <a:pPr marL="342900" indent="-342900">
              <a:buFont typeface="Arial" panose="020B0604020202020204" pitchFamily="34" charset="0"/>
              <a:buChar char="•"/>
            </a:pPr>
            <a:r>
              <a:rPr lang="en-US" b="0" dirty="0"/>
              <a:t>Too slow</a:t>
            </a:r>
          </a:p>
          <a:p>
            <a:pPr marL="342900" indent="-342900">
              <a:buFont typeface="Arial" panose="020B0604020202020204" pitchFamily="34" charset="0"/>
              <a:buChar char="•"/>
            </a:pPr>
            <a:r>
              <a:rPr lang="en-US" b="0" dirty="0"/>
              <a:t>Issues with data quality</a:t>
            </a:r>
          </a:p>
          <a:p>
            <a:pPr marL="342900" indent="-342900">
              <a:buFont typeface="Arial" panose="020B0604020202020204" pitchFamily="34" charset="0"/>
              <a:buChar char="•"/>
            </a:pPr>
            <a:r>
              <a:rPr lang="en-US" b="0" dirty="0"/>
              <a:t>No data above 60° Latitude</a:t>
            </a:r>
          </a:p>
          <a:p>
            <a:pPr marL="342900" indent="-342900">
              <a:buFont typeface="Arial" panose="020B0604020202020204" pitchFamily="34" charset="0"/>
              <a:buChar char="•"/>
            </a:pPr>
            <a:r>
              <a:rPr lang="en-US" b="0" dirty="0"/>
              <a:t>No data for past year</a:t>
            </a:r>
          </a:p>
          <a:p>
            <a:pPr marL="342900" indent="-342900">
              <a:buFont typeface="Arial" panose="020B0604020202020204" pitchFamily="34" charset="0"/>
              <a:buChar char="•"/>
            </a:pPr>
            <a:r>
              <a:rPr lang="en-US" b="0" dirty="0"/>
              <a:t>No rain/snow data</a:t>
            </a:r>
          </a:p>
          <a:p>
            <a:pPr marL="342900" indent="-342900">
              <a:buFont typeface="Arial" panose="020B0604020202020204" pitchFamily="34" charset="0"/>
              <a:buChar char="•"/>
            </a:pPr>
            <a:r>
              <a:rPr lang="en-US" b="0" dirty="0"/>
              <a:t>Superheavy repo</a:t>
            </a:r>
          </a:p>
          <a:p>
            <a:pPr marL="342900" indent="-342900">
              <a:buFont typeface="Arial" panose="020B0604020202020204" pitchFamily="34" charset="0"/>
              <a:buChar char="•"/>
            </a:pPr>
            <a:endParaRPr lang="en-US" b="0" dirty="0"/>
          </a:p>
          <a:p>
            <a:endParaRPr lang="en-US" b="0" dirty="0"/>
          </a:p>
        </p:txBody>
      </p:sp>
      <p:pic>
        <p:nvPicPr>
          <p:cNvPr id="6" name="Picture 5" descr="A black and white image of a city&#10;&#10;Description automatically generated">
            <a:extLst>
              <a:ext uri="{FF2B5EF4-FFF2-40B4-BE49-F238E27FC236}">
                <a16:creationId xmlns:a16="http://schemas.microsoft.com/office/drawing/2014/main" id="{449B5470-84E6-E7C4-9840-6642832928F8}"/>
              </a:ext>
            </a:extLst>
          </p:cNvPr>
          <p:cNvPicPr>
            <a:picLocks noChangeAspect="1"/>
          </p:cNvPicPr>
          <p:nvPr/>
        </p:nvPicPr>
        <p:blipFill>
          <a:blip r:embed="rId3"/>
          <a:stretch>
            <a:fillRect/>
          </a:stretch>
        </p:blipFill>
        <p:spPr>
          <a:xfrm>
            <a:off x="4090452" y="1233910"/>
            <a:ext cx="5053548" cy="2379379"/>
          </a:xfrm>
          <a:prstGeom prst="rect">
            <a:avLst/>
          </a:prstGeom>
        </p:spPr>
      </p:pic>
    </p:spTree>
    <p:extLst>
      <p:ext uri="{BB962C8B-B14F-4D97-AF65-F5344CB8AC3E}">
        <p14:creationId xmlns:p14="http://schemas.microsoft.com/office/powerpoint/2010/main" val="39825391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EA937-8FB4-D64B-A32F-8C8E9585D726}"/>
              </a:ext>
            </a:extLst>
          </p:cNvPr>
          <p:cNvSpPr>
            <a:spLocks noGrp="1"/>
          </p:cNvSpPr>
          <p:nvPr>
            <p:ph type="title"/>
          </p:nvPr>
        </p:nvSpPr>
        <p:spPr/>
        <p:txBody>
          <a:bodyPr/>
          <a:lstStyle/>
          <a:p>
            <a:r>
              <a:rPr lang="en-US" dirty="0"/>
              <a:t>Solution: </a:t>
            </a:r>
            <a:r>
              <a:rPr lang="en-US" dirty="0" err="1"/>
              <a:t>EPWgen</a:t>
            </a:r>
            <a:endParaRPr lang="en-US" dirty="0"/>
          </a:p>
        </p:txBody>
      </p:sp>
      <p:sp>
        <p:nvSpPr>
          <p:cNvPr id="3" name="Text Placeholder 2">
            <a:extLst>
              <a:ext uri="{FF2B5EF4-FFF2-40B4-BE49-F238E27FC236}">
                <a16:creationId xmlns:a16="http://schemas.microsoft.com/office/drawing/2014/main" id="{BA218ECB-6ED6-074F-B055-16DB8DB3D2D4}"/>
              </a:ext>
            </a:extLst>
          </p:cNvPr>
          <p:cNvSpPr>
            <a:spLocks noGrp="1"/>
          </p:cNvSpPr>
          <p:nvPr>
            <p:ph type="body" sz="quarter" idx="10"/>
          </p:nvPr>
        </p:nvSpPr>
        <p:spPr>
          <a:xfrm>
            <a:off x="731340" y="1480673"/>
            <a:ext cx="4057086" cy="2279729"/>
          </a:xfrm>
        </p:spPr>
        <p:txBody>
          <a:bodyPr>
            <a:normAutofit/>
          </a:bodyPr>
          <a:lstStyle/>
          <a:p>
            <a:pPr marL="457200" indent="-457200">
              <a:buAutoNum type="arabicParenR"/>
            </a:pPr>
            <a:r>
              <a:rPr lang="en-US" b="0" dirty="0"/>
              <a:t>Switched from NSRDB to MERRA2</a:t>
            </a:r>
          </a:p>
          <a:p>
            <a:endParaRPr lang="en-US" b="0" dirty="0"/>
          </a:p>
          <a:p>
            <a:r>
              <a:rPr lang="en-US" b="0" dirty="0"/>
              <a:t>2) Using </a:t>
            </a:r>
            <a:r>
              <a:rPr lang="en-US" b="0" dirty="0" err="1"/>
              <a:t>Meteostat</a:t>
            </a:r>
            <a:r>
              <a:rPr lang="en-US" b="0" dirty="0"/>
              <a:t> to download data</a:t>
            </a:r>
          </a:p>
          <a:p>
            <a:pPr marL="342900" indent="-342900">
              <a:buFont typeface="Arial" panose="020B0604020202020204" pitchFamily="34" charset="0"/>
              <a:buChar char="•"/>
            </a:pPr>
            <a:endParaRPr lang="en-US" b="0" dirty="0"/>
          </a:p>
          <a:p>
            <a:endParaRPr lang="en-US" b="0" dirty="0"/>
          </a:p>
        </p:txBody>
      </p:sp>
      <p:pic>
        <p:nvPicPr>
          <p:cNvPr id="5" name="Picture 4" descr="A screenshot of a computer&#10;&#10;Description automatically generated">
            <a:extLst>
              <a:ext uri="{FF2B5EF4-FFF2-40B4-BE49-F238E27FC236}">
                <a16:creationId xmlns:a16="http://schemas.microsoft.com/office/drawing/2014/main" id="{641A8809-BD93-D57A-C3BB-6B47D3FF0B5F}"/>
              </a:ext>
            </a:extLst>
          </p:cNvPr>
          <p:cNvPicPr>
            <a:picLocks noChangeAspect="1"/>
          </p:cNvPicPr>
          <p:nvPr/>
        </p:nvPicPr>
        <p:blipFill>
          <a:blip r:embed="rId3"/>
          <a:srcRect t="1163"/>
          <a:stretch/>
        </p:blipFill>
        <p:spPr>
          <a:xfrm>
            <a:off x="4571999" y="1010869"/>
            <a:ext cx="4435627" cy="3615238"/>
          </a:xfrm>
          <a:prstGeom prst="rect">
            <a:avLst/>
          </a:prstGeom>
        </p:spPr>
      </p:pic>
    </p:spTree>
    <p:extLst>
      <p:ext uri="{BB962C8B-B14F-4D97-AF65-F5344CB8AC3E}">
        <p14:creationId xmlns:p14="http://schemas.microsoft.com/office/powerpoint/2010/main" val="7455217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2ABBA0-C01B-C3E4-49E0-5BAC66FFE06A}"/>
              </a:ext>
            </a:extLst>
          </p:cNvPr>
          <p:cNvSpPr>
            <a:spLocks noGrp="1"/>
          </p:cNvSpPr>
          <p:nvPr>
            <p:ph type="title"/>
          </p:nvPr>
        </p:nvSpPr>
        <p:spPr/>
        <p:txBody>
          <a:bodyPr/>
          <a:lstStyle/>
          <a:p>
            <a:r>
              <a:rPr lang="en-US" dirty="0"/>
              <a:t>MERRA2</a:t>
            </a:r>
          </a:p>
        </p:txBody>
      </p:sp>
      <p:pic>
        <p:nvPicPr>
          <p:cNvPr id="4" name="Picture 3" descr="A map of the north and south america&#10;&#10;Description automatically generated">
            <a:extLst>
              <a:ext uri="{FF2B5EF4-FFF2-40B4-BE49-F238E27FC236}">
                <a16:creationId xmlns:a16="http://schemas.microsoft.com/office/drawing/2014/main" id="{1DF149CF-BCB1-191C-6A9E-B0C0C9D7438A}"/>
              </a:ext>
            </a:extLst>
          </p:cNvPr>
          <p:cNvPicPr>
            <a:picLocks noChangeAspect="1"/>
          </p:cNvPicPr>
          <p:nvPr/>
        </p:nvPicPr>
        <p:blipFill>
          <a:blip r:embed="rId2"/>
          <a:stretch>
            <a:fillRect/>
          </a:stretch>
        </p:blipFill>
        <p:spPr>
          <a:xfrm>
            <a:off x="4208388" y="1070095"/>
            <a:ext cx="4935612" cy="3516108"/>
          </a:xfrm>
          <a:prstGeom prst="rect">
            <a:avLst/>
          </a:prstGeom>
        </p:spPr>
      </p:pic>
      <p:sp>
        <p:nvSpPr>
          <p:cNvPr id="5" name="TextBox 4">
            <a:extLst>
              <a:ext uri="{FF2B5EF4-FFF2-40B4-BE49-F238E27FC236}">
                <a16:creationId xmlns:a16="http://schemas.microsoft.com/office/drawing/2014/main" id="{3316F872-E403-FB6C-BD76-F4DB903B6743}"/>
              </a:ext>
            </a:extLst>
          </p:cNvPr>
          <p:cNvSpPr txBox="1"/>
          <p:nvPr/>
        </p:nvSpPr>
        <p:spPr>
          <a:xfrm>
            <a:off x="457199" y="1260682"/>
            <a:ext cx="3579147" cy="3139321"/>
          </a:xfrm>
          <a:prstGeom prst="rect">
            <a:avLst/>
          </a:prstGeom>
          <a:noFill/>
        </p:spPr>
        <p:txBody>
          <a:bodyPr wrap="square" rtlCol="0">
            <a:spAutoFit/>
          </a:bodyPr>
          <a:lstStyle/>
          <a:p>
            <a:pPr marL="285750" indent="-285750">
              <a:buFont typeface="Arial" panose="020B0604020202020204" pitchFamily="34" charset="0"/>
              <a:buChar char="•"/>
            </a:pPr>
            <a:r>
              <a:rPr lang="en-US" dirty="0"/>
              <a:t>Upscaling from 4x4km to 50x50km cells, BUT:</a:t>
            </a:r>
          </a:p>
          <a:p>
            <a:pPr marL="800100" lvl="1" indent="-342900">
              <a:buFont typeface="+mj-lt"/>
              <a:buAutoNum type="arabicPeriod"/>
            </a:pPr>
            <a:r>
              <a:rPr lang="en-US" dirty="0"/>
              <a:t>Data available everywhere in the world (yes, also AK)</a:t>
            </a:r>
          </a:p>
          <a:p>
            <a:pPr marL="800100" lvl="1" indent="-342900">
              <a:buFont typeface="+mj-lt"/>
              <a:buAutoNum type="arabicPeriod"/>
            </a:pPr>
            <a:r>
              <a:rPr lang="en-US" dirty="0"/>
              <a:t>Data available almost real-time</a:t>
            </a:r>
          </a:p>
          <a:p>
            <a:pPr marL="342900" indent="-342900">
              <a:buFont typeface="Arial" panose="020B0604020202020204" pitchFamily="34" charset="0"/>
              <a:buChar char="•"/>
            </a:pPr>
            <a:r>
              <a:rPr lang="en-US" dirty="0"/>
              <a:t>MERRA-2 provides full EPWs. </a:t>
            </a:r>
            <a:br>
              <a:rPr lang="en-US" dirty="0"/>
            </a:br>
            <a:r>
              <a:rPr lang="en-US" dirty="0" err="1"/>
              <a:t>EPWgen</a:t>
            </a:r>
            <a:r>
              <a:rPr lang="en-US" dirty="0"/>
              <a:t> uses that as a backbone and swaps in:</a:t>
            </a:r>
          </a:p>
          <a:p>
            <a:pPr marL="742950" lvl="1"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p:txBody>
      </p:sp>
      <p:sp>
        <p:nvSpPr>
          <p:cNvPr id="6" name="TextBox 5">
            <a:extLst>
              <a:ext uri="{FF2B5EF4-FFF2-40B4-BE49-F238E27FC236}">
                <a16:creationId xmlns:a16="http://schemas.microsoft.com/office/drawing/2014/main" id="{E0E663DC-1AEB-0319-AEA0-5811A2B692C9}"/>
              </a:ext>
            </a:extLst>
          </p:cNvPr>
          <p:cNvSpPr txBox="1"/>
          <p:nvPr/>
        </p:nvSpPr>
        <p:spPr>
          <a:xfrm>
            <a:off x="853276" y="3817890"/>
            <a:ext cx="2982876" cy="2031325"/>
          </a:xfrm>
          <a:prstGeom prst="rect">
            <a:avLst/>
          </a:prstGeom>
          <a:noFill/>
        </p:spPr>
        <p:txBody>
          <a:bodyPr wrap="square" numCol="2" rtlCol="0">
            <a:spAutoFit/>
          </a:bodyPr>
          <a:lstStyle/>
          <a:p>
            <a:pPr marL="800100" lvl="1" indent="-342900">
              <a:buFont typeface="Arial" panose="020B0604020202020204" pitchFamily="34" charset="0"/>
              <a:buChar char="•"/>
            </a:pPr>
            <a:r>
              <a:rPr lang="en-US" sz="1400" dirty="0" err="1"/>
              <a:t>Tdb</a:t>
            </a:r>
            <a:endParaRPr lang="en-US" sz="1400" dirty="0"/>
          </a:p>
          <a:p>
            <a:pPr marL="800100" lvl="1" indent="-342900">
              <a:buFont typeface="Arial" panose="020B0604020202020204" pitchFamily="34" charset="0"/>
              <a:buChar char="•"/>
            </a:pPr>
            <a:r>
              <a:rPr lang="en-US" sz="1400" dirty="0" err="1"/>
              <a:t>Tdew</a:t>
            </a:r>
            <a:endParaRPr lang="en-US" sz="1400" dirty="0"/>
          </a:p>
          <a:p>
            <a:pPr marL="800100" lvl="1" indent="-342900">
              <a:buFont typeface="Arial" panose="020B0604020202020204" pitchFamily="34" charset="0"/>
              <a:buChar char="•"/>
            </a:pPr>
            <a:r>
              <a:rPr lang="en-US" sz="1400" dirty="0"/>
              <a:t>RH</a:t>
            </a:r>
          </a:p>
          <a:p>
            <a:pPr marL="800100" lvl="1" indent="-342900">
              <a:buFont typeface="Arial" panose="020B0604020202020204" pitchFamily="34" charset="0"/>
              <a:buChar char="•"/>
            </a:pPr>
            <a:r>
              <a:rPr lang="en-US" sz="1400" dirty="0"/>
              <a:t>P</a:t>
            </a:r>
          </a:p>
          <a:p>
            <a:pPr marL="800100" lvl="1" indent="-342900">
              <a:buFont typeface="Arial" panose="020B0604020202020204" pitchFamily="34" charset="0"/>
              <a:buChar char="•"/>
            </a:pPr>
            <a:endParaRPr lang="en-US" sz="1400" dirty="0"/>
          </a:p>
          <a:p>
            <a:pPr marL="800100" lvl="1" indent="-342900">
              <a:buFont typeface="Arial" panose="020B0604020202020204" pitchFamily="34" charset="0"/>
              <a:buChar char="•"/>
            </a:pPr>
            <a:endParaRPr lang="en-US" sz="1400" dirty="0"/>
          </a:p>
          <a:p>
            <a:pPr marL="800100" lvl="1" indent="-342900">
              <a:buFont typeface="Arial" panose="020B0604020202020204" pitchFamily="34" charset="0"/>
              <a:buChar char="•"/>
            </a:pPr>
            <a:endParaRPr lang="en-US" sz="1400" dirty="0"/>
          </a:p>
          <a:p>
            <a:pPr marL="800100" lvl="1" indent="-342900">
              <a:buFont typeface="Arial" panose="020B0604020202020204" pitchFamily="34" charset="0"/>
              <a:buChar char="•"/>
            </a:pPr>
            <a:endParaRPr lang="en-US" sz="1400" dirty="0"/>
          </a:p>
          <a:p>
            <a:pPr marL="800100" lvl="1" indent="-342900">
              <a:buFont typeface="Arial" panose="020B0604020202020204" pitchFamily="34" charset="0"/>
              <a:buChar char="•"/>
            </a:pPr>
            <a:endParaRPr lang="en-US" sz="1400" dirty="0"/>
          </a:p>
          <a:p>
            <a:pPr marL="800100" lvl="1" indent="-342900">
              <a:buFont typeface="Arial" panose="020B0604020202020204" pitchFamily="34" charset="0"/>
              <a:buChar char="•"/>
            </a:pPr>
            <a:r>
              <a:rPr lang="en-US" sz="1400" dirty="0" err="1"/>
              <a:t>Wdir</a:t>
            </a:r>
            <a:endParaRPr lang="en-US" sz="1400" dirty="0"/>
          </a:p>
          <a:p>
            <a:pPr marL="800100" lvl="1" indent="-342900">
              <a:buFont typeface="Arial" panose="020B0604020202020204" pitchFamily="34" charset="0"/>
              <a:buChar char="•"/>
            </a:pPr>
            <a:r>
              <a:rPr lang="en-US" sz="1400" dirty="0" err="1"/>
              <a:t>Wspeed</a:t>
            </a:r>
            <a:endParaRPr lang="en-US" sz="1400" dirty="0"/>
          </a:p>
          <a:p>
            <a:pPr marL="800100" lvl="1" indent="-342900">
              <a:buFont typeface="Arial" panose="020B0604020202020204" pitchFamily="34" charset="0"/>
              <a:buChar char="•"/>
            </a:pPr>
            <a:r>
              <a:rPr lang="en-US" sz="1400" dirty="0"/>
              <a:t>Rain</a:t>
            </a:r>
          </a:p>
          <a:p>
            <a:pPr marL="800100" lvl="1" indent="-342900">
              <a:buFont typeface="Arial" panose="020B0604020202020204" pitchFamily="34" charset="0"/>
              <a:buChar char="•"/>
            </a:pPr>
            <a:r>
              <a:rPr lang="en-US" sz="1400" dirty="0"/>
              <a:t>Snow </a:t>
            </a:r>
          </a:p>
          <a:p>
            <a:endParaRPr lang="en-US" dirty="0"/>
          </a:p>
        </p:txBody>
      </p:sp>
    </p:spTree>
    <p:extLst>
      <p:ext uri="{BB962C8B-B14F-4D97-AF65-F5344CB8AC3E}">
        <p14:creationId xmlns:p14="http://schemas.microsoft.com/office/powerpoint/2010/main" val="24346704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EA937-8FB4-D64B-A32F-8C8E9585D726}"/>
              </a:ext>
            </a:extLst>
          </p:cNvPr>
          <p:cNvSpPr>
            <a:spLocks noGrp="1"/>
          </p:cNvSpPr>
          <p:nvPr>
            <p:ph type="title"/>
          </p:nvPr>
        </p:nvSpPr>
        <p:spPr/>
        <p:txBody>
          <a:bodyPr/>
          <a:lstStyle/>
          <a:p>
            <a:r>
              <a:rPr lang="en-US" dirty="0" err="1"/>
              <a:t>Meteostat</a:t>
            </a:r>
            <a:endParaRPr lang="en-US" dirty="0"/>
          </a:p>
        </p:txBody>
      </p:sp>
      <p:sp>
        <p:nvSpPr>
          <p:cNvPr id="3" name="Text Placeholder 2">
            <a:extLst>
              <a:ext uri="{FF2B5EF4-FFF2-40B4-BE49-F238E27FC236}">
                <a16:creationId xmlns:a16="http://schemas.microsoft.com/office/drawing/2014/main" id="{BA218ECB-6ED6-074F-B055-16DB8DB3D2D4}"/>
              </a:ext>
            </a:extLst>
          </p:cNvPr>
          <p:cNvSpPr>
            <a:spLocks noGrp="1"/>
          </p:cNvSpPr>
          <p:nvPr>
            <p:ph type="body" sz="quarter" idx="10"/>
          </p:nvPr>
        </p:nvSpPr>
        <p:spPr>
          <a:xfrm>
            <a:off x="457198" y="1118159"/>
            <a:ext cx="4492795" cy="3242825"/>
          </a:xfrm>
        </p:spPr>
        <p:txBody>
          <a:bodyPr>
            <a:normAutofit fontScale="70000" lnSpcReduction="20000"/>
          </a:bodyPr>
          <a:lstStyle/>
          <a:p>
            <a:pPr marL="457200" indent="-457200">
              <a:buFont typeface="Arial" panose="020B0604020202020204" pitchFamily="34" charset="0"/>
              <a:buChar char="•"/>
            </a:pPr>
            <a:r>
              <a:rPr lang="en-US" b="0" dirty="0"/>
              <a:t>Free open library </a:t>
            </a:r>
            <a:r>
              <a:rPr lang="en-US" b="0" dirty="0">
                <a:hlinkClick r:id="rId3"/>
              </a:rPr>
              <a:t>https://dev.meteostat.net/</a:t>
            </a:r>
            <a:endParaRPr lang="en-US" b="0" dirty="0"/>
          </a:p>
          <a:p>
            <a:pPr marL="457200" indent="-457200">
              <a:buFont typeface="Arial" panose="020B0604020202020204" pitchFamily="34" charset="0"/>
              <a:buChar char="•"/>
            </a:pPr>
            <a:r>
              <a:rPr lang="en-US" b="0" dirty="0"/>
              <a:t>Real-time data</a:t>
            </a:r>
          </a:p>
          <a:p>
            <a:pPr marL="457200" indent="-457200">
              <a:buFont typeface="Arial" panose="020B0604020202020204" pitchFamily="34" charset="0"/>
              <a:buChar char="•"/>
            </a:pPr>
            <a:r>
              <a:rPr lang="en-US" b="0" dirty="0"/>
              <a:t>Data Sources:</a:t>
            </a:r>
          </a:p>
          <a:p>
            <a:pPr marL="1200150" lvl="1" indent="-457200">
              <a:buFont typeface="Arial"/>
              <a:buAutoNum type="arabicParenR"/>
            </a:pPr>
            <a:r>
              <a:rPr lang="en-US" dirty="0">
                <a:effectLst/>
              </a:rPr>
              <a:t>National weather service</a:t>
            </a:r>
          </a:p>
          <a:p>
            <a:pPr marL="1200150" lvl="1" indent="-457200">
              <a:buFont typeface="Arial"/>
              <a:buAutoNum type="arabicParenR"/>
            </a:pPr>
            <a:r>
              <a:rPr lang="en-US" dirty="0">
                <a:effectLst/>
              </a:rPr>
              <a:t>Global dataset (ISD)</a:t>
            </a:r>
          </a:p>
          <a:p>
            <a:pPr marL="1200150" lvl="1" indent="-457200">
              <a:buFont typeface="Arial"/>
              <a:buAutoNum type="arabicParenR"/>
            </a:pPr>
            <a:r>
              <a:rPr lang="en-US" dirty="0">
                <a:effectLst/>
              </a:rPr>
              <a:t>SYNOP reports</a:t>
            </a:r>
          </a:p>
          <a:p>
            <a:pPr marL="1200150" lvl="1" indent="-457200">
              <a:buFont typeface="Arial"/>
              <a:buAutoNum type="arabicParenR"/>
            </a:pPr>
            <a:r>
              <a:rPr lang="en-US" dirty="0">
                <a:effectLst/>
              </a:rPr>
              <a:t>METAR reports</a:t>
            </a:r>
          </a:p>
          <a:p>
            <a:pPr marL="1200150" lvl="1" indent="-457200">
              <a:buFont typeface="Arial"/>
              <a:buAutoNum type="arabicParenR"/>
            </a:pPr>
            <a:r>
              <a:rPr lang="en-US" dirty="0">
                <a:effectLst/>
              </a:rPr>
              <a:t>Model data (MOSMIX, </a:t>
            </a:r>
            <a:r>
              <a:rPr lang="en-US" dirty="0" err="1">
                <a:effectLst/>
              </a:rPr>
              <a:t>Met.no</a:t>
            </a:r>
            <a:r>
              <a:rPr lang="en-US" dirty="0">
                <a:effectLst/>
              </a:rPr>
              <a:t>)</a:t>
            </a:r>
          </a:p>
          <a:p>
            <a:pPr marL="457200" indent="-457200">
              <a:buFont typeface="Arial" panose="020B0604020202020204" pitchFamily="34" charset="0"/>
              <a:buChar char="•"/>
            </a:pPr>
            <a:r>
              <a:rPr lang="en-US" b="0" dirty="0">
                <a:effectLst/>
              </a:rPr>
              <a:t>MOSMIX: forecast model for filling gaps.</a:t>
            </a:r>
            <a:br>
              <a:rPr lang="en-US" b="0" dirty="0">
                <a:effectLst/>
              </a:rPr>
            </a:br>
            <a:r>
              <a:rPr lang="en-US" b="0" dirty="0">
                <a:effectLst/>
              </a:rPr>
              <a:t>No documentation but great performances (SHOW EXAMPLES)</a:t>
            </a:r>
          </a:p>
          <a:p>
            <a:pPr marL="457200" indent="-457200">
              <a:buFont typeface="Arial" panose="020B0604020202020204" pitchFamily="34" charset="0"/>
              <a:buChar char="•"/>
            </a:pPr>
            <a:r>
              <a:rPr lang="en-US" b="0" dirty="0"/>
              <a:t>~2700 locations rather than ~1200 </a:t>
            </a:r>
            <a:br>
              <a:rPr lang="en-US" b="0" dirty="0"/>
            </a:br>
            <a:r>
              <a:rPr lang="en-US" b="0" dirty="0"/>
              <a:t>(SHOW MAP)</a:t>
            </a:r>
            <a:endParaRPr lang="en-US" b="0" dirty="0">
              <a:effectLst/>
            </a:endParaRPr>
          </a:p>
          <a:p>
            <a:pPr marL="457200" indent="-457200">
              <a:buFont typeface="Arial" panose="020B0604020202020204" pitchFamily="34" charset="0"/>
              <a:buChar char="•"/>
            </a:pPr>
            <a:endParaRPr lang="en-US" b="0" dirty="0">
              <a:effectLst/>
            </a:endParaRPr>
          </a:p>
          <a:p>
            <a:pPr marL="457200" indent="-457200">
              <a:buFont typeface="Arial" panose="020B0604020202020204" pitchFamily="34" charset="0"/>
              <a:buChar char="•"/>
            </a:pPr>
            <a:endParaRPr lang="en-US" b="0" dirty="0">
              <a:effectLst/>
            </a:endParaRPr>
          </a:p>
          <a:p>
            <a:pPr lvl="1" indent="0">
              <a:buNone/>
            </a:pPr>
            <a:endParaRPr lang="en-US" dirty="0">
              <a:effectLst/>
            </a:endParaRPr>
          </a:p>
          <a:p>
            <a:pPr marL="1200150" lvl="1" indent="-457200">
              <a:buFont typeface="Arial"/>
              <a:buAutoNum type="arabicParenR"/>
            </a:pPr>
            <a:endParaRPr lang="en-US" dirty="0">
              <a:effectLst/>
            </a:endParaRPr>
          </a:p>
          <a:p>
            <a:pPr marL="1200150" lvl="1" indent="-457200">
              <a:buAutoNum type="arabicParenR"/>
            </a:pPr>
            <a:endParaRPr lang="en-US" b="0" dirty="0"/>
          </a:p>
          <a:p>
            <a:pPr marL="457200" indent="-457200">
              <a:buAutoNum type="arabicParenR"/>
            </a:pPr>
            <a:endParaRPr lang="en-US" b="0" dirty="0"/>
          </a:p>
          <a:p>
            <a:pPr marL="342900" indent="-342900">
              <a:buFont typeface="Arial" panose="020B0604020202020204" pitchFamily="34" charset="0"/>
              <a:buChar char="•"/>
            </a:pPr>
            <a:endParaRPr lang="en-US" b="0" dirty="0"/>
          </a:p>
          <a:p>
            <a:endParaRPr lang="en-US" b="0" dirty="0"/>
          </a:p>
        </p:txBody>
      </p:sp>
      <p:pic>
        <p:nvPicPr>
          <p:cNvPr id="7" name="Picture 6" descr="A screenshot of a computer&#10;&#10;Description automatically generated">
            <a:extLst>
              <a:ext uri="{FF2B5EF4-FFF2-40B4-BE49-F238E27FC236}">
                <a16:creationId xmlns:a16="http://schemas.microsoft.com/office/drawing/2014/main" id="{FA236948-4C9F-09A1-4040-7AEA2FC5EB0D}"/>
              </a:ext>
            </a:extLst>
          </p:cNvPr>
          <p:cNvPicPr>
            <a:picLocks noChangeAspect="1"/>
          </p:cNvPicPr>
          <p:nvPr/>
        </p:nvPicPr>
        <p:blipFill>
          <a:blip r:embed="rId4"/>
          <a:stretch>
            <a:fillRect/>
          </a:stretch>
        </p:blipFill>
        <p:spPr>
          <a:xfrm>
            <a:off x="4853770" y="1118159"/>
            <a:ext cx="4290230" cy="3749088"/>
          </a:xfrm>
          <a:prstGeom prst="rect">
            <a:avLst/>
          </a:prstGeom>
        </p:spPr>
      </p:pic>
    </p:spTree>
    <p:extLst>
      <p:ext uri="{BB962C8B-B14F-4D97-AF65-F5344CB8AC3E}">
        <p14:creationId xmlns:p14="http://schemas.microsoft.com/office/powerpoint/2010/main" val="1895155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EA937-8FB4-D64B-A32F-8C8E9585D726}"/>
              </a:ext>
            </a:extLst>
          </p:cNvPr>
          <p:cNvSpPr>
            <a:spLocks noGrp="1"/>
          </p:cNvSpPr>
          <p:nvPr>
            <p:ph type="title"/>
          </p:nvPr>
        </p:nvSpPr>
        <p:spPr/>
        <p:txBody>
          <a:bodyPr/>
          <a:lstStyle/>
          <a:p>
            <a:r>
              <a:rPr lang="en-US" dirty="0"/>
              <a:t>Design conditions</a:t>
            </a:r>
          </a:p>
        </p:txBody>
      </p:sp>
      <p:sp>
        <p:nvSpPr>
          <p:cNvPr id="3" name="Text Placeholder 2">
            <a:extLst>
              <a:ext uri="{FF2B5EF4-FFF2-40B4-BE49-F238E27FC236}">
                <a16:creationId xmlns:a16="http://schemas.microsoft.com/office/drawing/2014/main" id="{BA218ECB-6ED6-074F-B055-16DB8DB3D2D4}"/>
              </a:ext>
            </a:extLst>
          </p:cNvPr>
          <p:cNvSpPr>
            <a:spLocks noGrp="1"/>
          </p:cNvSpPr>
          <p:nvPr>
            <p:ph type="body" sz="quarter" idx="10"/>
          </p:nvPr>
        </p:nvSpPr>
        <p:spPr>
          <a:xfrm>
            <a:off x="457198" y="1118159"/>
            <a:ext cx="4314995" cy="3789301"/>
          </a:xfrm>
        </p:spPr>
        <p:txBody>
          <a:bodyPr>
            <a:normAutofit/>
          </a:bodyPr>
          <a:lstStyle/>
          <a:p>
            <a:pPr marL="457200" indent="-457200">
              <a:buFont typeface="Arial" panose="020B0604020202020204" pitchFamily="34" charset="0"/>
              <a:buChar char="•"/>
            </a:pPr>
            <a:r>
              <a:rPr lang="en-US" b="0" dirty="0"/>
              <a:t>2021 Design conditions extracted from all published ASHRAE locations.</a:t>
            </a:r>
          </a:p>
          <a:p>
            <a:pPr marL="457200" indent="-457200">
              <a:buFont typeface="Arial" panose="020B0604020202020204" pitchFamily="34" charset="0"/>
              <a:buChar char="•"/>
            </a:pPr>
            <a:r>
              <a:rPr lang="en-US" b="0" dirty="0">
                <a:effectLst/>
              </a:rPr>
              <a:t>N</a:t>
            </a:r>
            <a:r>
              <a:rPr lang="en-US" b="0" dirty="0"/>
              <a:t>o DDYs/STATs creation</a:t>
            </a:r>
          </a:p>
          <a:p>
            <a:pPr marL="457200" indent="-457200">
              <a:buFont typeface="Arial" panose="020B0604020202020204" pitchFamily="34" charset="0"/>
              <a:buChar char="•"/>
            </a:pPr>
            <a:r>
              <a:rPr lang="en-US" b="0" dirty="0">
                <a:effectLst/>
              </a:rPr>
              <a:t>No Ground Temperatures in header</a:t>
            </a:r>
          </a:p>
          <a:p>
            <a:pPr marL="457200" indent="-457200">
              <a:buFont typeface="Arial" panose="020B0604020202020204" pitchFamily="34" charset="0"/>
              <a:buChar char="•"/>
            </a:pPr>
            <a:r>
              <a:rPr lang="en-US" b="0" dirty="0"/>
              <a:t>No typical/extreme period in the header</a:t>
            </a:r>
            <a:endParaRPr lang="en-US" b="0" dirty="0">
              <a:effectLst/>
            </a:endParaRPr>
          </a:p>
          <a:p>
            <a:pPr marL="457200" indent="-457200">
              <a:buFont typeface="Arial" panose="020B0604020202020204" pitchFamily="34" charset="0"/>
              <a:buChar char="•"/>
            </a:pPr>
            <a:endParaRPr lang="en-US" b="0" dirty="0">
              <a:effectLst/>
            </a:endParaRPr>
          </a:p>
          <a:p>
            <a:pPr marL="457200" indent="-457200">
              <a:buFont typeface="Arial" panose="020B0604020202020204" pitchFamily="34" charset="0"/>
              <a:buChar char="•"/>
            </a:pPr>
            <a:endParaRPr lang="en-US" b="0" dirty="0">
              <a:effectLst/>
            </a:endParaRPr>
          </a:p>
          <a:p>
            <a:pPr marL="1200150" lvl="1" indent="-457200">
              <a:buFont typeface="Arial"/>
              <a:buAutoNum type="arabicParenR"/>
            </a:pPr>
            <a:endParaRPr lang="en-US" dirty="0">
              <a:effectLst/>
            </a:endParaRPr>
          </a:p>
          <a:p>
            <a:pPr marL="1200150" lvl="1" indent="-457200">
              <a:buFont typeface="Arial"/>
              <a:buAutoNum type="arabicParenR"/>
            </a:pPr>
            <a:endParaRPr lang="en-US" dirty="0">
              <a:effectLst/>
            </a:endParaRPr>
          </a:p>
          <a:p>
            <a:pPr marL="1200150" lvl="1" indent="-457200">
              <a:buAutoNum type="arabicParenR"/>
            </a:pPr>
            <a:endParaRPr lang="en-US" b="0" dirty="0"/>
          </a:p>
          <a:p>
            <a:pPr marL="457200" indent="-457200">
              <a:buAutoNum type="arabicParenR"/>
            </a:pPr>
            <a:endParaRPr lang="en-US" b="0" dirty="0"/>
          </a:p>
          <a:p>
            <a:pPr marL="342900" indent="-342900">
              <a:buFont typeface="Arial" panose="020B0604020202020204" pitchFamily="34" charset="0"/>
              <a:buChar char="•"/>
            </a:pPr>
            <a:endParaRPr lang="en-US" b="0" dirty="0"/>
          </a:p>
          <a:p>
            <a:endParaRPr lang="en-US" b="0" dirty="0"/>
          </a:p>
        </p:txBody>
      </p:sp>
      <p:pic>
        <p:nvPicPr>
          <p:cNvPr id="5" name="Picture 4" descr="A table of numbers and a number of numbers&#10;&#10;Description automatically generated with medium confidence">
            <a:extLst>
              <a:ext uri="{FF2B5EF4-FFF2-40B4-BE49-F238E27FC236}">
                <a16:creationId xmlns:a16="http://schemas.microsoft.com/office/drawing/2014/main" id="{340230D0-D17A-DB5C-18BB-313694CD9127}"/>
              </a:ext>
            </a:extLst>
          </p:cNvPr>
          <p:cNvPicPr>
            <a:picLocks noChangeAspect="1"/>
          </p:cNvPicPr>
          <p:nvPr/>
        </p:nvPicPr>
        <p:blipFill>
          <a:blip r:embed="rId3"/>
          <a:stretch>
            <a:fillRect/>
          </a:stretch>
        </p:blipFill>
        <p:spPr>
          <a:xfrm>
            <a:off x="5066683" y="0"/>
            <a:ext cx="4077317" cy="5143500"/>
          </a:xfrm>
          <a:prstGeom prst="rect">
            <a:avLst/>
          </a:prstGeom>
        </p:spPr>
      </p:pic>
    </p:spTree>
    <p:extLst>
      <p:ext uri="{BB962C8B-B14F-4D97-AF65-F5344CB8AC3E}">
        <p14:creationId xmlns:p14="http://schemas.microsoft.com/office/powerpoint/2010/main" val="24131679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EA937-8FB4-D64B-A32F-8C8E9585D726}"/>
              </a:ext>
            </a:extLst>
          </p:cNvPr>
          <p:cNvSpPr>
            <a:spLocks noGrp="1"/>
          </p:cNvSpPr>
          <p:nvPr>
            <p:ph type="title"/>
          </p:nvPr>
        </p:nvSpPr>
        <p:spPr/>
        <p:txBody>
          <a:bodyPr/>
          <a:lstStyle/>
          <a:p>
            <a:r>
              <a:rPr lang="en-US" dirty="0"/>
              <a:t>DEMO</a:t>
            </a:r>
          </a:p>
        </p:txBody>
      </p:sp>
      <p:sp>
        <p:nvSpPr>
          <p:cNvPr id="3" name="Text Placeholder 2">
            <a:extLst>
              <a:ext uri="{FF2B5EF4-FFF2-40B4-BE49-F238E27FC236}">
                <a16:creationId xmlns:a16="http://schemas.microsoft.com/office/drawing/2014/main" id="{BA218ECB-6ED6-074F-B055-16DB8DB3D2D4}"/>
              </a:ext>
            </a:extLst>
          </p:cNvPr>
          <p:cNvSpPr>
            <a:spLocks noGrp="1"/>
          </p:cNvSpPr>
          <p:nvPr>
            <p:ph type="body" sz="quarter" idx="10"/>
          </p:nvPr>
        </p:nvSpPr>
        <p:spPr>
          <a:xfrm>
            <a:off x="457198" y="1118159"/>
            <a:ext cx="4314995" cy="3789301"/>
          </a:xfrm>
        </p:spPr>
        <p:txBody>
          <a:bodyPr>
            <a:normAutofit/>
          </a:bodyPr>
          <a:lstStyle/>
          <a:p>
            <a:pPr marL="457200" indent="-457200">
              <a:buFont typeface="Arial" panose="020B0604020202020204" pitchFamily="34" charset="0"/>
              <a:buChar char="•"/>
            </a:pPr>
            <a:endParaRPr lang="en-US" b="0" dirty="0">
              <a:effectLst/>
            </a:endParaRPr>
          </a:p>
          <a:p>
            <a:pPr marL="457200" indent="-457200">
              <a:buFont typeface="Arial" panose="020B0604020202020204" pitchFamily="34" charset="0"/>
              <a:buChar char="•"/>
            </a:pPr>
            <a:endParaRPr lang="en-US" b="0" dirty="0">
              <a:effectLst/>
            </a:endParaRPr>
          </a:p>
          <a:p>
            <a:pPr marL="1200150" lvl="1" indent="-457200">
              <a:buFont typeface="Arial"/>
              <a:buAutoNum type="arabicParenR"/>
            </a:pPr>
            <a:endParaRPr lang="en-US" dirty="0">
              <a:effectLst/>
            </a:endParaRPr>
          </a:p>
          <a:p>
            <a:pPr marL="1200150" lvl="1" indent="-457200">
              <a:buFont typeface="Arial"/>
              <a:buAutoNum type="arabicParenR"/>
            </a:pPr>
            <a:endParaRPr lang="en-US" dirty="0">
              <a:effectLst/>
            </a:endParaRPr>
          </a:p>
          <a:p>
            <a:pPr marL="1200150" lvl="1" indent="-457200">
              <a:buAutoNum type="arabicParenR"/>
            </a:pPr>
            <a:endParaRPr lang="en-US" b="0" dirty="0"/>
          </a:p>
          <a:p>
            <a:pPr marL="457200" indent="-457200">
              <a:buAutoNum type="arabicParenR"/>
            </a:pPr>
            <a:endParaRPr lang="en-US" b="0" dirty="0"/>
          </a:p>
          <a:p>
            <a:pPr marL="342900" indent="-342900">
              <a:buFont typeface="Arial" panose="020B0604020202020204" pitchFamily="34" charset="0"/>
              <a:buChar char="•"/>
            </a:pPr>
            <a:endParaRPr lang="en-US" b="0" dirty="0"/>
          </a:p>
          <a:p>
            <a:endParaRPr lang="en-US" b="0" dirty="0"/>
          </a:p>
        </p:txBody>
      </p:sp>
      <p:pic>
        <p:nvPicPr>
          <p:cNvPr id="4" name="Picture 3" descr="A screenshot of a computer&#10;&#10;Description automatically generated">
            <a:extLst>
              <a:ext uri="{FF2B5EF4-FFF2-40B4-BE49-F238E27FC236}">
                <a16:creationId xmlns:a16="http://schemas.microsoft.com/office/drawing/2014/main" id="{80C5E0DC-06C1-45C2-1417-4E39B3D55905}"/>
              </a:ext>
            </a:extLst>
          </p:cNvPr>
          <p:cNvPicPr>
            <a:picLocks noChangeAspect="1"/>
          </p:cNvPicPr>
          <p:nvPr/>
        </p:nvPicPr>
        <p:blipFill>
          <a:blip r:embed="rId3"/>
          <a:srcRect t="1163"/>
          <a:stretch/>
        </p:blipFill>
        <p:spPr>
          <a:xfrm>
            <a:off x="2153438" y="1118159"/>
            <a:ext cx="4435627" cy="3615238"/>
          </a:xfrm>
          <a:prstGeom prst="rect">
            <a:avLst/>
          </a:prstGeom>
        </p:spPr>
      </p:pic>
    </p:spTree>
    <p:extLst>
      <p:ext uri="{BB962C8B-B14F-4D97-AF65-F5344CB8AC3E}">
        <p14:creationId xmlns:p14="http://schemas.microsoft.com/office/powerpoint/2010/main" val="35188917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EA937-8FB4-D64B-A32F-8C8E9585D726}"/>
              </a:ext>
            </a:extLst>
          </p:cNvPr>
          <p:cNvSpPr>
            <a:spLocks noGrp="1"/>
          </p:cNvSpPr>
          <p:nvPr>
            <p:ph type="title"/>
          </p:nvPr>
        </p:nvSpPr>
        <p:spPr/>
        <p:txBody>
          <a:bodyPr/>
          <a:lstStyle/>
          <a:p>
            <a:r>
              <a:rPr lang="en-US" dirty="0"/>
              <a:t>To summarize:</a:t>
            </a:r>
          </a:p>
        </p:txBody>
      </p:sp>
      <p:sp>
        <p:nvSpPr>
          <p:cNvPr id="3" name="Text Placeholder 2">
            <a:extLst>
              <a:ext uri="{FF2B5EF4-FFF2-40B4-BE49-F238E27FC236}">
                <a16:creationId xmlns:a16="http://schemas.microsoft.com/office/drawing/2014/main" id="{BA218ECB-6ED6-074F-B055-16DB8DB3D2D4}"/>
              </a:ext>
            </a:extLst>
          </p:cNvPr>
          <p:cNvSpPr>
            <a:spLocks noGrp="1"/>
          </p:cNvSpPr>
          <p:nvPr>
            <p:ph type="body" sz="quarter" idx="10"/>
          </p:nvPr>
        </p:nvSpPr>
        <p:spPr>
          <a:xfrm>
            <a:off x="457198" y="1118159"/>
            <a:ext cx="4314995" cy="3789301"/>
          </a:xfrm>
        </p:spPr>
        <p:txBody>
          <a:bodyPr>
            <a:normAutofit/>
          </a:bodyPr>
          <a:lstStyle/>
          <a:p>
            <a:pPr marL="457200" indent="-457200">
              <a:buFont typeface="Arial" panose="020B0604020202020204" pitchFamily="34" charset="0"/>
              <a:buChar char="•"/>
            </a:pPr>
            <a:r>
              <a:rPr lang="en-US" b="0" dirty="0">
                <a:effectLst/>
              </a:rPr>
              <a:t>More locations</a:t>
            </a:r>
          </a:p>
          <a:p>
            <a:pPr marL="457200" indent="-457200">
              <a:buFont typeface="Arial" panose="020B0604020202020204" pitchFamily="34" charset="0"/>
              <a:buChar char="•"/>
            </a:pPr>
            <a:endParaRPr lang="en-US" b="0" dirty="0">
              <a:effectLst/>
            </a:endParaRPr>
          </a:p>
          <a:p>
            <a:pPr marL="1200150" lvl="1" indent="-457200">
              <a:buFont typeface="Arial"/>
              <a:buAutoNum type="arabicParenR"/>
            </a:pPr>
            <a:endParaRPr lang="en-US" dirty="0">
              <a:effectLst/>
            </a:endParaRPr>
          </a:p>
          <a:p>
            <a:pPr marL="1200150" lvl="1" indent="-457200">
              <a:buFont typeface="Arial"/>
              <a:buAutoNum type="arabicParenR"/>
            </a:pPr>
            <a:endParaRPr lang="en-US" dirty="0">
              <a:effectLst/>
            </a:endParaRPr>
          </a:p>
          <a:p>
            <a:pPr marL="1200150" lvl="1" indent="-457200">
              <a:buAutoNum type="arabicParenR"/>
            </a:pPr>
            <a:endParaRPr lang="en-US" b="0" dirty="0"/>
          </a:p>
          <a:p>
            <a:pPr marL="457200" indent="-457200">
              <a:buAutoNum type="arabicParenR"/>
            </a:pPr>
            <a:endParaRPr lang="en-US" b="0" dirty="0"/>
          </a:p>
          <a:p>
            <a:pPr marL="342900" indent="-342900">
              <a:buFont typeface="Arial" panose="020B0604020202020204" pitchFamily="34" charset="0"/>
              <a:buChar char="•"/>
            </a:pPr>
            <a:endParaRPr lang="en-US" b="0" dirty="0"/>
          </a:p>
          <a:p>
            <a:endParaRPr lang="en-US" b="0" dirty="0"/>
          </a:p>
        </p:txBody>
      </p:sp>
    </p:spTree>
    <p:extLst>
      <p:ext uri="{BB962C8B-B14F-4D97-AF65-F5344CB8AC3E}">
        <p14:creationId xmlns:p14="http://schemas.microsoft.com/office/powerpoint/2010/main" val="12149395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EA937-8FB4-D64B-A32F-8C8E9585D726}"/>
              </a:ext>
            </a:extLst>
          </p:cNvPr>
          <p:cNvSpPr>
            <a:spLocks noGrp="1"/>
          </p:cNvSpPr>
          <p:nvPr>
            <p:ph type="title"/>
          </p:nvPr>
        </p:nvSpPr>
        <p:spPr/>
        <p:txBody>
          <a:bodyPr/>
          <a:lstStyle/>
          <a:p>
            <a:r>
              <a:rPr lang="en-US" dirty="0"/>
              <a:t>Future editions/ideas</a:t>
            </a:r>
          </a:p>
        </p:txBody>
      </p:sp>
      <p:sp>
        <p:nvSpPr>
          <p:cNvPr id="3" name="Text Placeholder 2">
            <a:extLst>
              <a:ext uri="{FF2B5EF4-FFF2-40B4-BE49-F238E27FC236}">
                <a16:creationId xmlns:a16="http://schemas.microsoft.com/office/drawing/2014/main" id="{BA218ECB-6ED6-074F-B055-16DB8DB3D2D4}"/>
              </a:ext>
            </a:extLst>
          </p:cNvPr>
          <p:cNvSpPr>
            <a:spLocks noGrp="1"/>
          </p:cNvSpPr>
          <p:nvPr>
            <p:ph type="body" sz="quarter" idx="10"/>
          </p:nvPr>
        </p:nvSpPr>
        <p:spPr>
          <a:xfrm>
            <a:off x="457198" y="1118159"/>
            <a:ext cx="4314995" cy="3789301"/>
          </a:xfrm>
        </p:spPr>
        <p:txBody>
          <a:bodyPr>
            <a:normAutofit/>
          </a:bodyPr>
          <a:lstStyle/>
          <a:p>
            <a:pPr marL="457200" indent="-457200">
              <a:buFont typeface="Arial" panose="020B0604020202020204" pitchFamily="34" charset="0"/>
              <a:buChar char="•"/>
            </a:pPr>
            <a:endParaRPr lang="en-US" b="0" dirty="0">
              <a:effectLst/>
            </a:endParaRPr>
          </a:p>
          <a:p>
            <a:pPr marL="457200" indent="-457200">
              <a:buFont typeface="Arial" panose="020B0604020202020204" pitchFamily="34" charset="0"/>
              <a:buChar char="•"/>
            </a:pPr>
            <a:endParaRPr lang="en-US" b="0" dirty="0">
              <a:effectLst/>
            </a:endParaRPr>
          </a:p>
          <a:p>
            <a:pPr marL="1200150" lvl="1" indent="-457200">
              <a:buFont typeface="Arial"/>
              <a:buAutoNum type="arabicParenR"/>
            </a:pPr>
            <a:endParaRPr lang="en-US" dirty="0">
              <a:effectLst/>
            </a:endParaRPr>
          </a:p>
          <a:p>
            <a:pPr marL="1200150" lvl="1" indent="-457200">
              <a:buFont typeface="Arial"/>
              <a:buAutoNum type="arabicParenR"/>
            </a:pPr>
            <a:endParaRPr lang="en-US" dirty="0">
              <a:effectLst/>
            </a:endParaRPr>
          </a:p>
          <a:p>
            <a:pPr marL="1200150" lvl="1" indent="-457200">
              <a:buAutoNum type="arabicParenR"/>
            </a:pPr>
            <a:endParaRPr lang="en-US" b="0" dirty="0"/>
          </a:p>
          <a:p>
            <a:pPr marL="457200" indent="-457200">
              <a:buAutoNum type="arabicParenR"/>
            </a:pPr>
            <a:endParaRPr lang="en-US" b="0" dirty="0"/>
          </a:p>
          <a:p>
            <a:pPr marL="342900" indent="-342900">
              <a:buFont typeface="Arial" panose="020B0604020202020204" pitchFamily="34" charset="0"/>
              <a:buChar char="•"/>
            </a:pPr>
            <a:endParaRPr lang="en-US" b="0" dirty="0"/>
          </a:p>
          <a:p>
            <a:endParaRPr lang="en-US" b="0" dirty="0"/>
          </a:p>
        </p:txBody>
      </p:sp>
      <p:sp>
        <p:nvSpPr>
          <p:cNvPr id="4" name="TextBox 3">
            <a:extLst>
              <a:ext uri="{FF2B5EF4-FFF2-40B4-BE49-F238E27FC236}">
                <a16:creationId xmlns:a16="http://schemas.microsoft.com/office/drawing/2014/main" id="{6B53BE6D-0D8C-1ABB-0B37-63088F68B435}"/>
              </a:ext>
            </a:extLst>
          </p:cNvPr>
          <p:cNvSpPr txBox="1"/>
          <p:nvPr/>
        </p:nvSpPr>
        <p:spPr>
          <a:xfrm>
            <a:off x="670921" y="1163290"/>
            <a:ext cx="6579351" cy="2308324"/>
          </a:xfrm>
          <a:prstGeom prst="rect">
            <a:avLst/>
          </a:prstGeom>
          <a:noFill/>
        </p:spPr>
        <p:txBody>
          <a:bodyPr wrap="square" rtlCol="0">
            <a:spAutoFit/>
          </a:bodyPr>
          <a:lstStyle/>
          <a:p>
            <a:pPr marL="285750" indent="-285750">
              <a:buFont typeface="Arial" panose="020B0604020202020204" pitchFamily="34" charset="0"/>
              <a:buChar char="•"/>
            </a:pPr>
            <a:r>
              <a:rPr lang="en-US" dirty="0"/>
              <a:t>Integrate TMY/</a:t>
            </a:r>
            <a:r>
              <a:rPr lang="en-US" dirty="0" err="1"/>
              <a:t>GaTMY</a:t>
            </a:r>
            <a:endParaRPr lang="en-US" dirty="0"/>
          </a:p>
          <a:p>
            <a:pPr marL="285750" indent="-285750">
              <a:buFont typeface="Arial" panose="020B0604020202020204" pitchFamily="34" charset="0"/>
              <a:buChar char="•"/>
            </a:pPr>
            <a:r>
              <a:rPr lang="en-US" dirty="0"/>
              <a:t>Provide the option to use ERA5 vs MERRA2</a:t>
            </a:r>
          </a:p>
          <a:p>
            <a:pPr marL="285750" indent="-285750">
              <a:buFont typeface="Arial" panose="020B0604020202020204" pitchFamily="34" charset="0"/>
              <a:buChar char="•"/>
            </a:pPr>
            <a:r>
              <a:rPr lang="en-US" dirty="0"/>
              <a:t>Use MERRA2 directly</a:t>
            </a:r>
          </a:p>
          <a:p>
            <a:pPr marL="285750" indent="-285750">
              <a:buFont typeface="Arial" panose="020B0604020202020204" pitchFamily="34" charset="0"/>
              <a:buChar char="•"/>
            </a:pPr>
            <a:r>
              <a:rPr lang="en-US" dirty="0"/>
              <a:t>Plot data or provide statistics</a:t>
            </a:r>
          </a:p>
          <a:p>
            <a:pPr marL="285750" indent="-285750">
              <a:buFont typeface="Arial" panose="020B0604020202020204" pitchFamily="34" charset="0"/>
              <a:buChar char="•"/>
            </a:pPr>
            <a:r>
              <a:rPr lang="en-US" dirty="0"/>
              <a:t>Create STAT file and/or DDYs</a:t>
            </a:r>
          </a:p>
          <a:p>
            <a:pPr marL="285750" indent="-285750">
              <a:buFont typeface="Arial" panose="020B0604020202020204" pitchFamily="34" charset="0"/>
              <a:buChar char="•"/>
            </a:pPr>
            <a:r>
              <a:rPr lang="en-US" dirty="0"/>
              <a:t>Let the user search by FIP code or ZIP code or something else</a:t>
            </a:r>
          </a:p>
          <a:p>
            <a:br>
              <a:rPr lang="en-US" dirty="0"/>
            </a:br>
            <a:r>
              <a:rPr lang="en-US" dirty="0"/>
              <a:t>Anything else?</a:t>
            </a:r>
          </a:p>
        </p:txBody>
      </p:sp>
    </p:spTree>
    <p:extLst>
      <p:ext uri="{BB962C8B-B14F-4D97-AF65-F5344CB8AC3E}">
        <p14:creationId xmlns:p14="http://schemas.microsoft.com/office/powerpoint/2010/main" val="702805414"/>
      </p:ext>
    </p:extLst>
  </p:cSld>
  <p:clrMapOvr>
    <a:masterClrMapping/>
  </p:clrMapOvr>
</p:sld>
</file>

<file path=ppt/theme/theme1.xml><?xml version="1.0" encoding="utf-8"?>
<a:theme xmlns:a="http://schemas.openxmlformats.org/drawingml/2006/main" name="Office Theme">
  <a:themeElements>
    <a:clrScheme name="Custom 10">
      <a:dk1>
        <a:srgbClr val="333333"/>
      </a:dk1>
      <a:lt1>
        <a:srgbClr val="FFFFFF"/>
      </a:lt1>
      <a:dk2>
        <a:srgbClr val="FFC425"/>
      </a:dk2>
      <a:lt2>
        <a:srgbClr val="8DC63F"/>
      </a:lt2>
      <a:accent1>
        <a:srgbClr val="0079C1"/>
      </a:accent1>
      <a:accent2>
        <a:srgbClr val="00A4E4"/>
      </a:accent2>
      <a:accent3>
        <a:srgbClr val="F6A01A"/>
      </a:accent3>
      <a:accent4>
        <a:srgbClr val="5E9732"/>
      </a:accent4>
      <a:accent5>
        <a:srgbClr val="933C06"/>
      </a:accent5>
      <a:accent6>
        <a:srgbClr val="6A737B"/>
      </a:accent6>
      <a:hlink>
        <a:srgbClr val="0079C1"/>
      </a:hlink>
      <a:folHlink>
        <a:srgbClr val="00A4E4"/>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nrel-16x9-presentation-template-1-2020.potx" id="{5707EF57-378B-4942-B07B-69ED3C043FD6}" vid="{ED3C0F1B-B02C-46CE-BB7A-3B0B3316EE1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1843</TotalTime>
  <Words>257</Words>
  <Application>Microsoft Macintosh PowerPoint</Application>
  <PresentationFormat>On-screen Show (16:9)</PresentationFormat>
  <Paragraphs>96</Paragraphs>
  <Slides>9</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PowerPoint Presentation</vt:lpstr>
      <vt:lpstr>Issues with previous version</vt:lpstr>
      <vt:lpstr>Solution: EPWgen</vt:lpstr>
      <vt:lpstr>MERRA2</vt:lpstr>
      <vt:lpstr>Meteostat</vt:lpstr>
      <vt:lpstr>Design conditions</vt:lpstr>
      <vt:lpstr>DEMO</vt:lpstr>
      <vt:lpstr>To summarize:</vt:lpstr>
      <vt:lpstr>Future editions/ideas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PowerPoint template for presentations on newer wide-screen monitors and TVs.</dc:subject>
  <dc:creator>Bianchi, Carlo</dc:creator>
  <cp:keywords/>
  <dc:description/>
  <cp:lastModifiedBy>Bianchi, Carlo</cp:lastModifiedBy>
  <cp:revision>10</cp:revision>
  <cp:lastPrinted>2018-01-04T20:30:58Z</cp:lastPrinted>
  <dcterms:created xsi:type="dcterms:W3CDTF">2022-02-28T22:22:35Z</dcterms:created>
  <dcterms:modified xsi:type="dcterms:W3CDTF">2024-09-11T21:34:27Z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95965d95-ecc0-4720-b759-1f33c42ed7da_Enabled">
    <vt:lpwstr>true</vt:lpwstr>
  </property>
  <property fmtid="{D5CDD505-2E9C-101B-9397-08002B2CF9AE}" pid="3" name="MSIP_Label_95965d95-ecc0-4720-b759-1f33c42ed7da_SetDate">
    <vt:lpwstr>2024-09-11T20:02:46Z</vt:lpwstr>
  </property>
  <property fmtid="{D5CDD505-2E9C-101B-9397-08002B2CF9AE}" pid="4" name="MSIP_Label_95965d95-ecc0-4720-b759-1f33c42ed7da_Method">
    <vt:lpwstr>Standard</vt:lpwstr>
  </property>
  <property fmtid="{D5CDD505-2E9C-101B-9397-08002B2CF9AE}" pid="5" name="MSIP_Label_95965d95-ecc0-4720-b759-1f33c42ed7da_Name">
    <vt:lpwstr>General</vt:lpwstr>
  </property>
  <property fmtid="{D5CDD505-2E9C-101B-9397-08002B2CF9AE}" pid="6" name="MSIP_Label_95965d95-ecc0-4720-b759-1f33c42ed7da_SiteId">
    <vt:lpwstr>a0f29d7e-28cd-4f54-8442-7885aee7c080</vt:lpwstr>
  </property>
  <property fmtid="{D5CDD505-2E9C-101B-9397-08002B2CF9AE}" pid="7" name="MSIP_Label_95965d95-ecc0-4720-b759-1f33c42ed7da_ActionId">
    <vt:lpwstr>8fb4b6c3-a97e-4ae4-aadb-abf61314c8c3</vt:lpwstr>
  </property>
  <property fmtid="{D5CDD505-2E9C-101B-9397-08002B2CF9AE}" pid="8" name="MSIP_Label_95965d95-ecc0-4720-b759-1f33c42ed7da_ContentBits">
    <vt:lpwstr>0</vt:lpwstr>
  </property>
</Properties>
</file>